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33"/>
  </p:notesMasterIdLst>
  <p:sldIdLst>
    <p:sldId id="256" r:id="rId2"/>
    <p:sldId id="258" r:id="rId3"/>
    <p:sldId id="262" r:id="rId4"/>
    <p:sldId id="271" r:id="rId5"/>
    <p:sldId id="347" r:id="rId6"/>
    <p:sldId id="342" r:id="rId7"/>
    <p:sldId id="348" r:id="rId8"/>
    <p:sldId id="350" r:id="rId9"/>
    <p:sldId id="349" r:id="rId10"/>
    <p:sldId id="352" r:id="rId11"/>
    <p:sldId id="343" r:id="rId12"/>
    <p:sldId id="351" r:id="rId13"/>
    <p:sldId id="344" r:id="rId14"/>
    <p:sldId id="353" r:id="rId15"/>
    <p:sldId id="354" r:id="rId16"/>
    <p:sldId id="355" r:id="rId17"/>
    <p:sldId id="357" r:id="rId18"/>
    <p:sldId id="358" r:id="rId19"/>
    <p:sldId id="356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45" r:id="rId28"/>
    <p:sldId id="366" r:id="rId29"/>
    <p:sldId id="367" r:id="rId30"/>
    <p:sldId id="346" r:id="rId31"/>
    <p:sldId id="368" r:id="rId32"/>
  </p:sldIdLst>
  <p:sldSz cx="9144000" cy="5143500" type="screen16x9"/>
  <p:notesSz cx="6858000" cy="9144000"/>
  <p:embeddedFontLst>
    <p:embeddedFont>
      <p:font typeface="DM Serif Display" pitchFamily="2" charset="0"/>
      <p:regular r:id="rId34"/>
      <p:italic r:id="rId35"/>
    </p:embeddedFont>
    <p:embeddedFont>
      <p:font typeface="Karla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5DBB2-0C3B-4C11-9A4F-11766CCBD3D6}" v="950" dt="2026-03-27T07:27:16.243"/>
  </p1510:revLst>
</p1510:revInfo>
</file>

<file path=ppt/tableStyles.xml><?xml version="1.0" encoding="utf-8"?>
<a:tblStyleLst xmlns:a="http://schemas.openxmlformats.org/drawingml/2006/main" def="{B5276764-32CE-407C-9760-CC7B2BDD9187}">
  <a:tblStyle styleId="{B5276764-32CE-407C-9760-CC7B2BDD91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CA D'ALFONSO" userId="f391471f-1ea5-466d-bf3a-e95b240bca4c" providerId="ADAL" clId="{C0C7E6F5-8F4E-4BAC-B4C1-0DFA27C12716}"/>
    <pc:docChg chg="undo redo custSel addSld delSld modSld sldOrd delMainMaster">
      <pc:chgData name="MARICA D'ALFONSO" userId="f391471f-1ea5-466d-bf3a-e95b240bca4c" providerId="ADAL" clId="{C0C7E6F5-8F4E-4BAC-B4C1-0DFA27C12716}" dt="2026-03-27T09:02:04.695" v="2296" actId="20577"/>
      <pc:docMkLst>
        <pc:docMk/>
      </pc:docMkLst>
      <pc:sldChg chg="addSp delSp modSp mod delAnim modAnim modNotes">
        <pc:chgData name="MARICA D'ALFONSO" userId="f391471f-1ea5-466d-bf3a-e95b240bca4c" providerId="ADAL" clId="{C0C7E6F5-8F4E-4BAC-B4C1-0DFA27C12716}" dt="2026-03-27T08:23:15.005" v="2278" actId="20577"/>
        <pc:sldMkLst>
          <pc:docMk/>
          <pc:sldMk cId="0" sldId="256"/>
        </pc:sldMkLst>
        <pc:spChg chg="add mod">
          <ac:chgData name="MARICA D'ALFONSO" userId="f391471f-1ea5-466d-bf3a-e95b240bca4c" providerId="ADAL" clId="{C0C7E6F5-8F4E-4BAC-B4C1-0DFA27C12716}" dt="2026-03-27T08:23:15.005" v="2278" actId="20577"/>
          <ac:spMkLst>
            <pc:docMk/>
            <pc:sldMk cId="0" sldId="256"/>
            <ac:spMk id="2" creationId="{8A7EA682-2664-738A-65CA-6E3931095914}"/>
          </ac:spMkLst>
        </pc:spChg>
        <pc:spChg chg="add mod">
          <ac:chgData name="MARICA D'ALFONSO" userId="f391471f-1ea5-466d-bf3a-e95b240bca4c" providerId="ADAL" clId="{C0C7E6F5-8F4E-4BAC-B4C1-0DFA27C12716}" dt="2026-03-24T12:57:41.700" v="303" actId="207"/>
          <ac:spMkLst>
            <pc:docMk/>
            <pc:sldMk cId="0" sldId="256"/>
            <ac:spMk id="8" creationId="{811AC1BD-1055-EA67-8BFB-3F852006C3CD}"/>
          </ac:spMkLst>
        </pc:spChg>
        <pc:spChg chg="mod">
          <ac:chgData name="MARICA D'ALFONSO" userId="f391471f-1ea5-466d-bf3a-e95b240bca4c" providerId="ADAL" clId="{C0C7E6F5-8F4E-4BAC-B4C1-0DFA27C12716}" dt="2026-03-24T12:18:00.928" v="25" actId="1076"/>
          <ac:spMkLst>
            <pc:docMk/>
            <pc:sldMk cId="0" sldId="256"/>
            <ac:spMk id="491" creationId="{00000000-0000-0000-0000-000000000000}"/>
          </ac:spMkLst>
        </pc:spChg>
        <pc:picChg chg="add mod">
          <ac:chgData name="MARICA D'ALFONSO" userId="f391471f-1ea5-466d-bf3a-e95b240bca4c" providerId="ADAL" clId="{C0C7E6F5-8F4E-4BAC-B4C1-0DFA27C12716}" dt="2026-03-24T12:20:43.305" v="45" actId="1076"/>
          <ac:picMkLst>
            <pc:docMk/>
            <pc:sldMk cId="0" sldId="256"/>
            <ac:picMk id="6" creationId="{13C82E8B-EB32-659C-02B6-69DF5A5DC189}"/>
          </ac:picMkLst>
        </pc:picChg>
      </pc:sldChg>
      <pc:sldChg chg="addSp delSp modSp mod ord delAnim modAnim modNotes">
        <pc:chgData name="MARICA D'ALFONSO" userId="f391471f-1ea5-466d-bf3a-e95b240bca4c" providerId="ADAL" clId="{C0C7E6F5-8F4E-4BAC-B4C1-0DFA27C12716}" dt="2026-03-24T14:19:02.994" v="1362"/>
        <pc:sldMkLst>
          <pc:docMk/>
          <pc:sldMk cId="0" sldId="258"/>
        </pc:sldMkLst>
        <pc:spChg chg="add mod">
          <ac:chgData name="MARICA D'ALFONSO" userId="f391471f-1ea5-466d-bf3a-e95b240bca4c" providerId="ADAL" clId="{C0C7E6F5-8F4E-4BAC-B4C1-0DFA27C12716}" dt="2026-03-24T12:25:04.135" v="125" actId="20577"/>
          <ac:spMkLst>
            <pc:docMk/>
            <pc:sldMk cId="0" sldId="258"/>
            <ac:spMk id="13" creationId="{908A5861-A0AE-EC6C-0095-F8DCC93901E8}"/>
          </ac:spMkLst>
        </pc:spChg>
        <pc:spChg chg="add mod">
          <ac:chgData name="MARICA D'ALFONSO" userId="f391471f-1ea5-466d-bf3a-e95b240bca4c" providerId="ADAL" clId="{C0C7E6F5-8F4E-4BAC-B4C1-0DFA27C12716}" dt="2026-03-24T12:25:08.821" v="136" actId="20577"/>
          <ac:spMkLst>
            <pc:docMk/>
            <pc:sldMk cId="0" sldId="258"/>
            <ac:spMk id="14" creationId="{C8D956DD-CFFF-2AEB-A82B-DAB6BA45CCD2}"/>
          </ac:spMkLst>
        </pc:spChg>
        <pc:spChg chg="mod">
          <ac:chgData name="MARICA D'ALFONSO" userId="f391471f-1ea5-466d-bf3a-e95b240bca4c" providerId="ADAL" clId="{C0C7E6F5-8F4E-4BAC-B4C1-0DFA27C12716}" dt="2026-03-24T12:22:11.974" v="59" actId="20577"/>
          <ac:spMkLst>
            <pc:docMk/>
            <pc:sldMk cId="0" sldId="258"/>
            <ac:spMk id="505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2:37.253" v="85" actId="20577"/>
          <ac:spMkLst>
            <pc:docMk/>
            <pc:sldMk cId="0" sldId="258"/>
            <ac:spMk id="508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2:52.922" v="91" actId="20577"/>
          <ac:spMkLst>
            <pc:docMk/>
            <pc:sldMk cId="0" sldId="258"/>
            <ac:spMk id="511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4:45.762" v="121" actId="1076"/>
          <ac:spMkLst>
            <pc:docMk/>
            <pc:sldMk cId="0" sldId="258"/>
            <ac:spMk id="513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4:45.762" v="121" actId="1076"/>
          <ac:spMkLst>
            <pc:docMk/>
            <pc:sldMk cId="0" sldId="258"/>
            <ac:spMk id="514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4:45.762" v="121" actId="1076"/>
          <ac:spMkLst>
            <pc:docMk/>
            <pc:sldMk cId="0" sldId="258"/>
            <ac:spMk id="516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24:45.762" v="121" actId="1076"/>
          <ac:spMkLst>
            <pc:docMk/>
            <pc:sldMk cId="0" sldId="258"/>
            <ac:spMk id="517" creationId="{00000000-0000-0000-0000-000000000000}"/>
          </ac:spMkLst>
        </pc:spChg>
        <pc:picChg chg="add mod">
          <ac:chgData name="MARICA D'ALFONSO" userId="f391471f-1ea5-466d-bf3a-e95b240bca4c" providerId="ADAL" clId="{C0C7E6F5-8F4E-4BAC-B4C1-0DFA27C12716}" dt="2026-03-24T12:20:12.807" v="39" actId="1076"/>
          <ac:picMkLst>
            <pc:docMk/>
            <pc:sldMk cId="0" sldId="258"/>
            <ac:picMk id="5" creationId="{997FEBF6-BA53-6336-6FCD-036321A439CC}"/>
          </ac:picMkLst>
        </pc:picChg>
      </pc:sldChg>
      <pc:sldChg chg="addSp delSp modSp mod ord delAnim modAnim modNotes">
        <pc:chgData name="MARICA D'ALFONSO" userId="f391471f-1ea5-466d-bf3a-e95b240bca4c" providerId="ADAL" clId="{C0C7E6F5-8F4E-4BAC-B4C1-0DFA27C12716}" dt="2026-03-24T14:18:56.873" v="1349"/>
        <pc:sldMkLst>
          <pc:docMk/>
          <pc:sldMk cId="0" sldId="262"/>
        </pc:sldMkLst>
        <pc:spChg chg="mod">
          <ac:chgData name="MARICA D'ALFONSO" userId="f391471f-1ea5-466d-bf3a-e95b240bca4c" providerId="ADAL" clId="{C0C7E6F5-8F4E-4BAC-B4C1-0DFA27C12716}" dt="2026-03-24T12:25:29.469" v="150" actId="20577"/>
          <ac:spMkLst>
            <pc:docMk/>
            <pc:sldMk cId="0" sldId="262"/>
            <ac:spMk id="552" creationId="{00000000-0000-0000-0000-000000000000}"/>
          </ac:spMkLst>
        </pc:spChg>
        <pc:picChg chg="add mod">
          <ac:chgData name="MARICA D'ALFONSO" userId="f391471f-1ea5-466d-bf3a-e95b240bca4c" providerId="ADAL" clId="{C0C7E6F5-8F4E-4BAC-B4C1-0DFA27C12716}" dt="2026-03-24T12:32:57.083" v="272"/>
          <ac:picMkLst>
            <pc:docMk/>
            <pc:sldMk cId="0" sldId="262"/>
            <ac:picMk id="4" creationId="{5A2D709F-5AA8-D936-031F-3D38DFF18195}"/>
          </ac:picMkLst>
        </pc:picChg>
      </pc:sldChg>
      <pc:sldChg chg="addSp delSp modSp mod ord delAnim modAnim">
        <pc:chgData name="MARICA D'ALFONSO" userId="f391471f-1ea5-466d-bf3a-e95b240bca4c" providerId="ADAL" clId="{C0C7E6F5-8F4E-4BAC-B4C1-0DFA27C12716}" dt="2026-03-24T15:17:18.692" v="2192" actId="20577"/>
        <pc:sldMkLst>
          <pc:docMk/>
          <pc:sldMk cId="0" sldId="271"/>
        </pc:sldMkLst>
        <pc:spChg chg="add mod">
          <ac:chgData name="MARICA D'ALFONSO" userId="f391471f-1ea5-466d-bf3a-e95b240bca4c" providerId="ADAL" clId="{C0C7E6F5-8F4E-4BAC-B4C1-0DFA27C12716}" dt="2026-03-24T13:59:38.996" v="1188" actId="108"/>
          <ac:spMkLst>
            <pc:docMk/>
            <pc:sldMk cId="0" sldId="271"/>
            <ac:spMk id="566" creationId="{00000000-0000-0000-0000-000000000000}"/>
          </ac:spMkLst>
        </pc:spChg>
        <pc:spChg chg="add mod">
          <ac:chgData name="MARICA D'ALFONSO" userId="f391471f-1ea5-466d-bf3a-e95b240bca4c" providerId="ADAL" clId="{C0C7E6F5-8F4E-4BAC-B4C1-0DFA27C12716}" dt="2026-03-24T15:17:17.166" v="2191" actId="20577"/>
          <ac:spMkLst>
            <pc:docMk/>
            <pc:sldMk cId="0" sldId="271"/>
            <ac:spMk id="567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3:10:23.872" v="531" actId="1076"/>
          <ac:spMkLst>
            <pc:docMk/>
            <pc:sldMk cId="0" sldId="271"/>
            <ac:spMk id="569" creationId="{00000000-0000-0000-0000-000000000000}"/>
          </ac:spMkLst>
        </pc:spChg>
        <pc:spChg chg="add mod">
          <ac:chgData name="MARICA D'ALFONSO" userId="f391471f-1ea5-466d-bf3a-e95b240bca4c" providerId="ADAL" clId="{C0C7E6F5-8F4E-4BAC-B4C1-0DFA27C12716}" dt="2026-03-24T15:17:18.692" v="2192" actId="20577"/>
          <ac:spMkLst>
            <pc:docMk/>
            <pc:sldMk cId="0" sldId="271"/>
            <ac:spMk id="570" creationId="{00000000-0000-0000-0000-000000000000}"/>
          </ac:spMkLst>
        </pc:spChg>
        <pc:spChg chg="mod">
          <ac:chgData name="MARICA D'ALFONSO" userId="f391471f-1ea5-466d-bf3a-e95b240bca4c" providerId="ADAL" clId="{C0C7E6F5-8F4E-4BAC-B4C1-0DFA27C12716}" dt="2026-03-24T12:30:17.043" v="238"/>
          <ac:spMkLst>
            <pc:docMk/>
            <pc:sldMk cId="0" sldId="271"/>
            <ac:spMk id="709" creationId="{00000000-0000-0000-0000-000000000000}"/>
          </ac:spMkLst>
        </pc:spChg>
        <pc:picChg chg="add mod">
          <ac:chgData name="MARICA D'ALFONSO" userId="f391471f-1ea5-466d-bf3a-e95b240bca4c" providerId="ADAL" clId="{C0C7E6F5-8F4E-4BAC-B4C1-0DFA27C12716}" dt="2026-03-24T14:19:29.503" v="1364" actId="1076"/>
          <ac:picMkLst>
            <pc:docMk/>
            <pc:sldMk cId="0" sldId="271"/>
            <ac:picMk id="23" creationId="{4C09EE7A-1450-F1F9-E2F9-7C583301D582}"/>
          </ac:picMkLst>
        </pc:picChg>
        <pc:picChg chg="add mod modCrop">
          <ac:chgData name="MARICA D'ALFONSO" userId="f391471f-1ea5-466d-bf3a-e95b240bca4c" providerId="ADAL" clId="{C0C7E6F5-8F4E-4BAC-B4C1-0DFA27C12716}" dt="2026-03-24T13:10:07.481" v="527" actId="1076"/>
          <ac:picMkLst>
            <pc:docMk/>
            <pc:sldMk cId="0" sldId="271"/>
            <ac:picMk id="25" creationId="{232BCBC0-A6AB-9781-5DD8-922D86A9E598}"/>
          </ac:picMkLst>
        </pc:picChg>
      </pc:sldChg>
      <pc:sldChg chg="addSp modSp add modAnim">
        <pc:chgData name="MARICA D'ALFONSO" userId="f391471f-1ea5-466d-bf3a-e95b240bca4c" providerId="ADAL" clId="{C0C7E6F5-8F4E-4BAC-B4C1-0DFA27C12716}" dt="2026-03-24T14:18:45.570" v="1335"/>
        <pc:sldMkLst>
          <pc:docMk/>
          <pc:sldMk cId="464485718" sldId="342"/>
        </pc:sldMkLst>
        <pc:spChg chg="mod">
          <ac:chgData name="MARICA D'ALFONSO" userId="f391471f-1ea5-466d-bf3a-e95b240bca4c" providerId="ADAL" clId="{C0C7E6F5-8F4E-4BAC-B4C1-0DFA27C12716}" dt="2026-03-24T12:25:51.814" v="158"/>
          <ac:spMkLst>
            <pc:docMk/>
            <pc:sldMk cId="464485718" sldId="342"/>
            <ac:spMk id="552" creationId="{A54833AC-425B-7F15-F5E8-B727ABAA668A}"/>
          </ac:spMkLst>
        </pc:spChg>
        <pc:spChg chg="mod">
          <ac:chgData name="MARICA D'ALFONSO" userId="f391471f-1ea5-466d-bf3a-e95b240bca4c" providerId="ADAL" clId="{C0C7E6F5-8F4E-4BAC-B4C1-0DFA27C12716}" dt="2026-03-24T12:25:53.891" v="160" actId="20577"/>
          <ac:spMkLst>
            <pc:docMk/>
            <pc:sldMk cId="464485718" sldId="342"/>
            <ac:spMk id="554" creationId="{C1D636BE-380F-9B80-301E-96753695AFFC}"/>
          </ac:spMkLst>
        </pc:spChg>
        <pc:picChg chg="add mod">
          <ac:chgData name="MARICA D'ALFONSO" userId="f391471f-1ea5-466d-bf3a-e95b240bca4c" providerId="ADAL" clId="{C0C7E6F5-8F4E-4BAC-B4C1-0DFA27C12716}" dt="2026-03-24T12:53:31.704" v="283"/>
          <ac:picMkLst>
            <pc:docMk/>
            <pc:sldMk cId="464485718" sldId="342"/>
            <ac:picMk id="2" creationId="{32CE7537-124B-7D44-96B4-62843DDAFC5A}"/>
          </ac:picMkLst>
        </pc:picChg>
      </pc:sldChg>
      <pc:sldChg chg="addSp modSp add modAnim">
        <pc:chgData name="MARICA D'ALFONSO" userId="f391471f-1ea5-466d-bf3a-e95b240bca4c" providerId="ADAL" clId="{C0C7E6F5-8F4E-4BAC-B4C1-0DFA27C12716}" dt="2026-03-24T14:18:27.384" v="1322"/>
        <pc:sldMkLst>
          <pc:docMk/>
          <pc:sldMk cId="3805011582" sldId="343"/>
        </pc:sldMkLst>
        <pc:spChg chg="mod">
          <ac:chgData name="MARICA D'ALFONSO" userId="f391471f-1ea5-466d-bf3a-e95b240bca4c" providerId="ADAL" clId="{C0C7E6F5-8F4E-4BAC-B4C1-0DFA27C12716}" dt="2026-03-24T12:26:01.574" v="166" actId="20577"/>
          <ac:spMkLst>
            <pc:docMk/>
            <pc:sldMk cId="3805011582" sldId="343"/>
            <ac:spMk id="552" creationId="{49ECD714-01AD-D7A1-21DA-A3661AA60067}"/>
          </ac:spMkLst>
        </pc:spChg>
        <pc:spChg chg="mod">
          <ac:chgData name="MARICA D'ALFONSO" userId="f391471f-1ea5-466d-bf3a-e95b240bca4c" providerId="ADAL" clId="{C0C7E6F5-8F4E-4BAC-B4C1-0DFA27C12716}" dt="2026-03-24T12:25:58.222" v="162" actId="20577"/>
          <ac:spMkLst>
            <pc:docMk/>
            <pc:sldMk cId="3805011582" sldId="343"/>
            <ac:spMk id="554" creationId="{9EB1A7B1-9BE2-147E-C347-49430B7260E1}"/>
          </ac:spMkLst>
        </pc:spChg>
        <pc:picChg chg="add mod">
          <ac:chgData name="MARICA D'ALFONSO" userId="f391471f-1ea5-466d-bf3a-e95b240bca4c" providerId="ADAL" clId="{C0C7E6F5-8F4E-4BAC-B4C1-0DFA27C12716}" dt="2026-03-24T12:54:43.247" v="284"/>
          <ac:picMkLst>
            <pc:docMk/>
            <pc:sldMk cId="3805011582" sldId="343"/>
            <ac:picMk id="2" creationId="{5097D060-1512-D4F5-8770-44992A285ED4}"/>
          </ac:picMkLst>
        </pc:picChg>
      </pc:sldChg>
      <pc:sldChg chg="addSp modSp add modAnim">
        <pc:chgData name="MARICA D'ALFONSO" userId="f391471f-1ea5-466d-bf3a-e95b240bca4c" providerId="ADAL" clId="{C0C7E6F5-8F4E-4BAC-B4C1-0DFA27C12716}" dt="2026-03-24T14:26:29.824" v="1403"/>
        <pc:sldMkLst>
          <pc:docMk/>
          <pc:sldMk cId="2377585764" sldId="344"/>
        </pc:sldMkLst>
        <pc:spChg chg="mod">
          <ac:chgData name="MARICA D'ALFONSO" userId="f391471f-1ea5-466d-bf3a-e95b240bca4c" providerId="ADAL" clId="{C0C7E6F5-8F4E-4BAC-B4C1-0DFA27C12716}" dt="2026-03-24T12:26:10.677" v="180" actId="20577"/>
          <ac:spMkLst>
            <pc:docMk/>
            <pc:sldMk cId="2377585764" sldId="344"/>
            <ac:spMk id="552" creationId="{450DD14D-78DC-9A77-ACD6-0E29C2952FCA}"/>
          </ac:spMkLst>
        </pc:spChg>
        <pc:spChg chg="mod">
          <ac:chgData name="MARICA D'ALFONSO" userId="f391471f-1ea5-466d-bf3a-e95b240bca4c" providerId="ADAL" clId="{C0C7E6F5-8F4E-4BAC-B4C1-0DFA27C12716}" dt="2026-03-24T12:26:06.843" v="168" actId="20577"/>
          <ac:spMkLst>
            <pc:docMk/>
            <pc:sldMk cId="2377585764" sldId="344"/>
            <ac:spMk id="554" creationId="{472A6F83-BC07-B7BA-118A-7007DB5F79EA}"/>
          </ac:spMkLst>
        </pc:spChg>
        <pc:picChg chg="add mod">
          <ac:chgData name="MARICA D'ALFONSO" userId="f391471f-1ea5-466d-bf3a-e95b240bca4c" providerId="ADAL" clId="{C0C7E6F5-8F4E-4BAC-B4C1-0DFA27C12716}" dt="2026-03-24T12:54:45.562" v="285"/>
          <ac:picMkLst>
            <pc:docMk/>
            <pc:sldMk cId="2377585764" sldId="344"/>
            <ac:picMk id="2" creationId="{BBB8E867-BF0A-90EE-A72C-0F88D6A46386}"/>
          </ac:picMkLst>
        </pc:picChg>
      </pc:sldChg>
      <pc:sldChg chg="addSp modSp add modAnim">
        <pc:chgData name="MARICA D'ALFONSO" userId="f391471f-1ea5-466d-bf3a-e95b240bca4c" providerId="ADAL" clId="{C0C7E6F5-8F4E-4BAC-B4C1-0DFA27C12716}" dt="2026-03-24T14:26:37.005" v="1405"/>
        <pc:sldMkLst>
          <pc:docMk/>
          <pc:sldMk cId="2823798122" sldId="345"/>
        </pc:sldMkLst>
        <pc:spChg chg="mod">
          <ac:chgData name="MARICA D'ALFONSO" userId="f391471f-1ea5-466d-bf3a-e95b240bca4c" providerId="ADAL" clId="{C0C7E6F5-8F4E-4BAC-B4C1-0DFA27C12716}" dt="2026-03-24T12:26:22.276" v="195" actId="20577"/>
          <ac:spMkLst>
            <pc:docMk/>
            <pc:sldMk cId="2823798122" sldId="345"/>
            <ac:spMk id="552" creationId="{585E7D8D-5754-37F4-8094-5BB25E57264A}"/>
          </ac:spMkLst>
        </pc:spChg>
        <pc:spChg chg="mod">
          <ac:chgData name="MARICA D'ALFONSO" userId="f391471f-1ea5-466d-bf3a-e95b240bca4c" providerId="ADAL" clId="{C0C7E6F5-8F4E-4BAC-B4C1-0DFA27C12716}" dt="2026-03-24T12:26:16.235" v="182" actId="20577"/>
          <ac:spMkLst>
            <pc:docMk/>
            <pc:sldMk cId="2823798122" sldId="345"/>
            <ac:spMk id="554" creationId="{383A69A5-9D26-D988-1AE1-3A4F4AAD51A6}"/>
          </ac:spMkLst>
        </pc:spChg>
        <pc:picChg chg="add mod">
          <ac:chgData name="MARICA D'ALFONSO" userId="f391471f-1ea5-466d-bf3a-e95b240bca4c" providerId="ADAL" clId="{C0C7E6F5-8F4E-4BAC-B4C1-0DFA27C12716}" dt="2026-03-24T12:54:46.932" v="286"/>
          <ac:picMkLst>
            <pc:docMk/>
            <pc:sldMk cId="2823798122" sldId="345"/>
            <ac:picMk id="2" creationId="{2CCEF180-8FD7-9DF1-04EA-0CDBA05FAC45}"/>
          </ac:picMkLst>
        </pc:picChg>
      </pc:sldChg>
      <pc:sldChg chg="addSp modSp add del modAnim">
        <pc:chgData name="MARICA D'ALFONSO" userId="f391471f-1ea5-466d-bf3a-e95b240bca4c" providerId="ADAL" clId="{C0C7E6F5-8F4E-4BAC-B4C1-0DFA27C12716}" dt="2026-03-24T14:47:40.828" v="1914" actId="47"/>
        <pc:sldMkLst>
          <pc:docMk/>
          <pc:sldMk cId="796077668" sldId="346"/>
        </pc:sldMkLst>
        <pc:spChg chg="mod">
          <ac:chgData name="MARICA D'ALFONSO" userId="f391471f-1ea5-466d-bf3a-e95b240bca4c" providerId="ADAL" clId="{C0C7E6F5-8F4E-4BAC-B4C1-0DFA27C12716}" dt="2026-03-24T12:26:34.413" v="208" actId="20577"/>
          <ac:spMkLst>
            <pc:docMk/>
            <pc:sldMk cId="796077668" sldId="346"/>
            <ac:spMk id="552" creationId="{BABE5DEC-7C62-F8CD-4B83-5BB058EAC6AD}"/>
          </ac:spMkLst>
        </pc:spChg>
        <pc:spChg chg="mod">
          <ac:chgData name="MARICA D'ALFONSO" userId="f391471f-1ea5-466d-bf3a-e95b240bca4c" providerId="ADAL" clId="{C0C7E6F5-8F4E-4BAC-B4C1-0DFA27C12716}" dt="2026-03-24T12:26:30.227" v="197" actId="20577"/>
          <ac:spMkLst>
            <pc:docMk/>
            <pc:sldMk cId="796077668" sldId="346"/>
            <ac:spMk id="554" creationId="{470E89D9-D5DE-D0BA-A1E5-70F610935EBA}"/>
          </ac:spMkLst>
        </pc:spChg>
        <pc:picChg chg="add mod">
          <ac:chgData name="MARICA D'ALFONSO" userId="f391471f-1ea5-466d-bf3a-e95b240bca4c" providerId="ADAL" clId="{C0C7E6F5-8F4E-4BAC-B4C1-0DFA27C12716}" dt="2026-03-24T12:54:48.481" v="287"/>
          <ac:picMkLst>
            <pc:docMk/>
            <pc:sldMk cId="796077668" sldId="346"/>
            <ac:picMk id="2" creationId="{FA2DD74D-B3AB-E472-615F-943CC3142050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5:17:35.583" v="2193" actId="1076"/>
        <pc:sldMkLst>
          <pc:docMk/>
          <pc:sldMk cId="2789028844" sldId="347"/>
        </pc:sldMkLst>
        <pc:spChg chg="mod">
          <ac:chgData name="MARICA D'ALFONSO" userId="f391471f-1ea5-466d-bf3a-e95b240bca4c" providerId="ADAL" clId="{C0C7E6F5-8F4E-4BAC-B4C1-0DFA27C12716}" dt="2026-03-24T15:17:35.583" v="2193" actId="1076"/>
          <ac:spMkLst>
            <pc:docMk/>
            <pc:sldMk cId="2789028844" sldId="347"/>
            <ac:spMk id="8" creationId="{28CCD985-DC31-8E29-33E3-1B6EE7D3E7D4}"/>
          </ac:spMkLst>
        </pc:spChg>
        <pc:spChg chg="mod">
          <ac:chgData name="MARICA D'ALFONSO" userId="f391471f-1ea5-466d-bf3a-e95b240bca4c" providerId="ADAL" clId="{C0C7E6F5-8F4E-4BAC-B4C1-0DFA27C12716}" dt="2026-03-24T14:20:06.579" v="1365" actId="1076"/>
          <ac:spMkLst>
            <pc:docMk/>
            <pc:sldMk cId="2789028844" sldId="347"/>
            <ac:spMk id="9" creationId="{CCCCFB9E-EE85-F283-5D89-DE7FAAFF40A8}"/>
          </ac:spMkLst>
        </pc:spChg>
        <pc:spChg chg="mod">
          <ac:chgData name="MARICA D'ALFONSO" userId="f391471f-1ea5-466d-bf3a-e95b240bca4c" providerId="ADAL" clId="{C0C7E6F5-8F4E-4BAC-B4C1-0DFA27C12716}" dt="2026-03-24T14:20:06.579" v="1365" actId="1076"/>
          <ac:spMkLst>
            <pc:docMk/>
            <pc:sldMk cId="2789028844" sldId="347"/>
            <ac:spMk id="10" creationId="{9A6D8B97-0B5A-6541-05F5-0281E37B43CC}"/>
          </ac:spMkLst>
        </pc:spChg>
        <pc:spChg chg="mod">
          <ac:chgData name="MARICA D'ALFONSO" userId="f391471f-1ea5-466d-bf3a-e95b240bca4c" providerId="ADAL" clId="{C0C7E6F5-8F4E-4BAC-B4C1-0DFA27C12716}" dt="2026-03-24T14:20:06.579" v="1365" actId="1076"/>
          <ac:spMkLst>
            <pc:docMk/>
            <pc:sldMk cId="2789028844" sldId="347"/>
            <ac:spMk id="11" creationId="{279AC902-D650-34D7-8374-81972EDCCB4B}"/>
          </ac:spMkLst>
        </pc:spChg>
        <pc:spChg chg="add mod">
          <ac:chgData name="MARICA D'ALFONSO" userId="f391471f-1ea5-466d-bf3a-e95b240bca4c" providerId="ADAL" clId="{C0C7E6F5-8F4E-4BAC-B4C1-0DFA27C12716}" dt="2026-03-24T14:20:06.579" v="1365" actId="1076"/>
          <ac:spMkLst>
            <pc:docMk/>
            <pc:sldMk cId="2789028844" sldId="347"/>
            <ac:spMk id="12" creationId="{1F45EA6F-DB1A-3343-514D-0FAC54DA6707}"/>
          </ac:spMkLst>
        </pc:spChg>
        <pc:spChg chg="add mod">
          <ac:chgData name="MARICA D'ALFONSO" userId="f391471f-1ea5-466d-bf3a-e95b240bca4c" providerId="ADAL" clId="{C0C7E6F5-8F4E-4BAC-B4C1-0DFA27C12716}" dt="2026-03-24T14:20:06.579" v="1365" actId="1076"/>
          <ac:spMkLst>
            <pc:docMk/>
            <pc:sldMk cId="2789028844" sldId="347"/>
            <ac:spMk id="13" creationId="{205EBBE6-C1C5-3F32-6CC2-FFA9CECCA514}"/>
          </ac:spMkLst>
        </pc:spChg>
        <pc:spChg chg="add mod">
          <ac:chgData name="MARICA D'ALFONSO" userId="f391471f-1ea5-466d-bf3a-e95b240bca4c" providerId="ADAL" clId="{C0C7E6F5-8F4E-4BAC-B4C1-0DFA27C12716}" dt="2026-03-24T12:58:06.516" v="311" actId="122"/>
          <ac:spMkLst>
            <pc:docMk/>
            <pc:sldMk cId="2789028844" sldId="347"/>
            <ac:spMk id="39" creationId="{1861EAA2-ABB5-3EED-E2DA-7A268D0ED6C2}"/>
          </ac:spMkLst>
        </pc:spChg>
        <pc:spChg chg="mod">
          <ac:chgData name="MARICA D'ALFONSO" userId="f391471f-1ea5-466d-bf3a-e95b240bca4c" providerId="ADAL" clId="{C0C7E6F5-8F4E-4BAC-B4C1-0DFA27C12716}" dt="2026-03-24T12:56:23.418" v="294" actId="20577"/>
          <ac:spMkLst>
            <pc:docMk/>
            <pc:sldMk cId="2789028844" sldId="347"/>
            <ac:spMk id="709" creationId="{5E6B2AD5-C1C8-B01F-F081-AA4CD6E6FACB}"/>
          </ac:spMkLst>
        </pc:spChg>
        <pc:picChg chg="add mod">
          <ac:chgData name="MARICA D'ALFONSO" userId="f391471f-1ea5-466d-bf3a-e95b240bca4c" providerId="ADAL" clId="{C0C7E6F5-8F4E-4BAC-B4C1-0DFA27C12716}" dt="2026-03-24T14:20:06.579" v="1365" actId="1076"/>
          <ac:picMkLst>
            <pc:docMk/>
            <pc:sldMk cId="2789028844" sldId="347"/>
            <ac:picMk id="43" creationId="{B229F610-8A55-0439-D919-E6A97B38A61E}"/>
          </ac:picMkLst>
        </pc:picChg>
        <pc:picChg chg="add mod">
          <ac:chgData name="MARICA D'ALFONSO" userId="f391471f-1ea5-466d-bf3a-e95b240bca4c" providerId="ADAL" clId="{C0C7E6F5-8F4E-4BAC-B4C1-0DFA27C12716}" dt="2026-03-24T14:20:06.579" v="1365" actId="1076"/>
          <ac:picMkLst>
            <pc:docMk/>
            <pc:sldMk cId="2789028844" sldId="347"/>
            <ac:picMk id="45" creationId="{8E72345D-CA71-3DDC-0842-A04E88586B20}"/>
          </ac:picMkLst>
        </pc:picChg>
        <pc:picChg chg="add mod">
          <ac:chgData name="MARICA D'ALFONSO" userId="f391471f-1ea5-466d-bf3a-e95b240bca4c" providerId="ADAL" clId="{C0C7E6F5-8F4E-4BAC-B4C1-0DFA27C12716}" dt="2026-03-24T14:20:06.579" v="1365" actId="1076"/>
          <ac:picMkLst>
            <pc:docMk/>
            <pc:sldMk cId="2789028844" sldId="347"/>
            <ac:picMk id="47" creationId="{5B8BFD49-2308-8390-1E7C-35B3B94B950B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5:18:22.499" v="2195" actId="20577"/>
        <pc:sldMkLst>
          <pc:docMk/>
          <pc:sldMk cId="2069501906" sldId="348"/>
        </pc:sldMkLst>
        <pc:spChg chg="add mod">
          <ac:chgData name="MARICA D'ALFONSO" userId="f391471f-1ea5-466d-bf3a-e95b240bca4c" providerId="ADAL" clId="{C0C7E6F5-8F4E-4BAC-B4C1-0DFA27C12716}" dt="2026-03-24T15:18:20.614" v="2194" actId="20577"/>
          <ac:spMkLst>
            <pc:docMk/>
            <pc:sldMk cId="2069501906" sldId="348"/>
            <ac:spMk id="8" creationId="{4FF8E08C-D755-2CA4-0020-86C04B135386}"/>
          </ac:spMkLst>
        </pc:spChg>
        <pc:spChg chg="add mod">
          <ac:chgData name="MARICA D'ALFONSO" userId="f391471f-1ea5-466d-bf3a-e95b240bca4c" providerId="ADAL" clId="{C0C7E6F5-8F4E-4BAC-B4C1-0DFA27C12716}" dt="2026-03-24T15:18:22.499" v="2195" actId="20577"/>
          <ac:spMkLst>
            <pc:docMk/>
            <pc:sldMk cId="2069501906" sldId="348"/>
            <ac:spMk id="10" creationId="{333FE51D-E7A4-9EC2-0FFE-F572D3CA893C}"/>
          </ac:spMkLst>
        </pc:spChg>
        <pc:spChg chg="add mod">
          <ac:chgData name="MARICA D'ALFONSO" userId="f391471f-1ea5-466d-bf3a-e95b240bca4c" providerId="ADAL" clId="{C0C7E6F5-8F4E-4BAC-B4C1-0DFA27C12716}" dt="2026-03-24T13:31:59.298" v="759" actId="1076"/>
          <ac:spMkLst>
            <pc:docMk/>
            <pc:sldMk cId="2069501906" sldId="348"/>
            <ac:spMk id="12" creationId="{1B560137-30AF-4822-295A-EAFB9857A99F}"/>
          </ac:spMkLst>
        </pc:spChg>
        <pc:spChg chg="mod">
          <ac:chgData name="MARICA D'ALFONSO" userId="f391471f-1ea5-466d-bf3a-e95b240bca4c" providerId="ADAL" clId="{C0C7E6F5-8F4E-4BAC-B4C1-0DFA27C12716}" dt="2026-03-24T13:32:24.166" v="788" actId="1076"/>
          <ac:spMkLst>
            <pc:docMk/>
            <pc:sldMk cId="2069501906" sldId="348"/>
            <ac:spMk id="595" creationId="{5C9A1752-9592-52F1-D514-CF0112892C7B}"/>
          </ac:spMkLst>
        </pc:spChg>
        <pc:spChg chg="mod">
          <ac:chgData name="MARICA D'ALFONSO" userId="f391471f-1ea5-466d-bf3a-e95b240bca4c" providerId="ADAL" clId="{C0C7E6F5-8F4E-4BAC-B4C1-0DFA27C12716}" dt="2026-03-24T12:59:35.763" v="328" actId="20577"/>
          <ac:spMkLst>
            <pc:docMk/>
            <pc:sldMk cId="2069501906" sldId="348"/>
            <ac:spMk id="596" creationId="{E5307D35-77C3-F333-1B23-84DB3EB0AAD4}"/>
          </ac:spMkLst>
        </pc:spChg>
        <pc:picChg chg="add mod">
          <ac:chgData name="MARICA D'ALFONSO" userId="f391471f-1ea5-466d-bf3a-e95b240bca4c" providerId="ADAL" clId="{C0C7E6F5-8F4E-4BAC-B4C1-0DFA27C12716}" dt="2026-03-24T13:31:47.718" v="757" actId="1076"/>
          <ac:picMkLst>
            <pc:docMk/>
            <pc:sldMk cId="2069501906" sldId="348"/>
            <ac:picMk id="24" creationId="{A4ECF405-E9EF-C744-9562-D207492EACF4}"/>
          </ac:picMkLst>
        </pc:picChg>
        <pc:picChg chg="add mod">
          <ac:chgData name="MARICA D'ALFONSO" userId="f391471f-1ea5-466d-bf3a-e95b240bca4c" providerId="ADAL" clId="{C0C7E6F5-8F4E-4BAC-B4C1-0DFA27C12716}" dt="2026-03-24T13:31:39.415" v="756" actId="1076"/>
          <ac:picMkLst>
            <pc:docMk/>
            <pc:sldMk cId="2069501906" sldId="348"/>
            <ac:picMk id="26" creationId="{544F0DD5-4C62-168F-B0BF-84AFD42E6F63}"/>
          </ac:picMkLst>
        </pc:picChg>
        <pc:picChg chg="add mod">
          <ac:chgData name="MARICA D'ALFONSO" userId="f391471f-1ea5-466d-bf3a-e95b240bca4c" providerId="ADAL" clId="{C0C7E6F5-8F4E-4BAC-B4C1-0DFA27C12716}" dt="2026-03-24T13:35:37.798" v="807" actId="1076"/>
          <ac:picMkLst>
            <pc:docMk/>
            <pc:sldMk cId="2069501906" sldId="348"/>
            <ac:picMk id="28" creationId="{6AB1D6BC-B430-79D5-90E1-61F7957E045A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4:18:34.796" v="1328"/>
        <pc:sldMkLst>
          <pc:docMk/>
          <pc:sldMk cId="4157745406" sldId="349"/>
        </pc:sldMkLst>
        <pc:spChg chg="add mod">
          <ac:chgData name="MARICA D'ALFONSO" userId="f391471f-1ea5-466d-bf3a-e95b240bca4c" providerId="ADAL" clId="{C0C7E6F5-8F4E-4BAC-B4C1-0DFA27C12716}" dt="2026-03-24T13:56:05.921" v="1170" actId="5793"/>
          <ac:spMkLst>
            <pc:docMk/>
            <pc:sldMk cId="4157745406" sldId="349"/>
            <ac:spMk id="5" creationId="{7ACFB4FF-C1D0-2A22-46D5-D9E84D2B923A}"/>
          </ac:spMkLst>
        </pc:spChg>
        <pc:spChg chg="add mod">
          <ac:chgData name="MARICA D'ALFONSO" userId="f391471f-1ea5-466d-bf3a-e95b240bca4c" providerId="ADAL" clId="{C0C7E6F5-8F4E-4BAC-B4C1-0DFA27C12716}" dt="2026-03-24T13:54:08.019" v="1040" actId="1076"/>
          <ac:spMkLst>
            <pc:docMk/>
            <pc:sldMk cId="4157745406" sldId="349"/>
            <ac:spMk id="11" creationId="{F4B0BD1C-FFBE-1C16-9E95-445C9B46DBD6}"/>
          </ac:spMkLst>
        </pc:spChg>
        <pc:spChg chg="add del mod">
          <ac:chgData name="MARICA D'ALFONSO" userId="f391471f-1ea5-466d-bf3a-e95b240bca4c" providerId="ADAL" clId="{C0C7E6F5-8F4E-4BAC-B4C1-0DFA27C12716}" dt="2026-03-24T13:52:36.822" v="1026" actId="1076"/>
          <ac:spMkLst>
            <pc:docMk/>
            <pc:sldMk cId="4157745406" sldId="349"/>
            <ac:spMk id="595" creationId="{044EFD32-FD5D-CACD-2083-D896C1B6D666}"/>
          </ac:spMkLst>
        </pc:spChg>
        <pc:spChg chg="mod">
          <ac:chgData name="MARICA D'ALFONSO" userId="f391471f-1ea5-466d-bf3a-e95b240bca4c" providerId="ADAL" clId="{C0C7E6F5-8F4E-4BAC-B4C1-0DFA27C12716}" dt="2026-03-24T13:01:53.158" v="423" actId="20577"/>
          <ac:spMkLst>
            <pc:docMk/>
            <pc:sldMk cId="4157745406" sldId="349"/>
            <ac:spMk id="596" creationId="{E2CE3591-C613-1D8C-2072-91F3C36B5C6D}"/>
          </ac:spMkLst>
        </pc:spChg>
        <pc:picChg chg="add mod">
          <ac:chgData name="MARICA D'ALFONSO" userId="f391471f-1ea5-466d-bf3a-e95b240bca4c" providerId="ADAL" clId="{C0C7E6F5-8F4E-4BAC-B4C1-0DFA27C12716}" dt="2026-03-24T13:55:04.078" v="1160" actId="688"/>
          <ac:picMkLst>
            <pc:docMk/>
            <pc:sldMk cId="4157745406" sldId="349"/>
            <ac:picMk id="20" creationId="{38725C2A-DF7F-E368-063C-9D7E1DCE5280}"/>
          </ac:picMkLst>
        </pc:picChg>
        <pc:picChg chg="add mod">
          <ac:chgData name="MARICA D'ALFONSO" userId="f391471f-1ea5-466d-bf3a-e95b240bca4c" providerId="ADAL" clId="{C0C7E6F5-8F4E-4BAC-B4C1-0DFA27C12716}" dt="2026-03-24T13:55:36.401" v="1164" actId="1076"/>
          <ac:picMkLst>
            <pc:docMk/>
            <pc:sldMk cId="4157745406" sldId="349"/>
            <ac:picMk id="21" creationId="{E4B2B0CA-E4C0-CEF5-7EBE-B21E34D4B04D}"/>
          </ac:picMkLst>
        </pc:picChg>
        <pc:picChg chg="add mod topLvl">
          <ac:chgData name="MARICA D'ALFONSO" userId="f391471f-1ea5-466d-bf3a-e95b240bca4c" providerId="ADAL" clId="{C0C7E6F5-8F4E-4BAC-B4C1-0DFA27C12716}" dt="2026-03-24T13:52:56.511" v="1029" actId="1076"/>
          <ac:picMkLst>
            <pc:docMk/>
            <pc:sldMk cId="4157745406" sldId="349"/>
            <ac:picMk id="1035" creationId="{D99C86B0-5732-F914-E192-A0C983DCF98D}"/>
          </ac:picMkLst>
        </pc:picChg>
        <pc:picChg chg="add mod topLvl">
          <ac:chgData name="MARICA D'ALFONSO" userId="f391471f-1ea5-466d-bf3a-e95b240bca4c" providerId="ADAL" clId="{C0C7E6F5-8F4E-4BAC-B4C1-0DFA27C12716}" dt="2026-03-24T13:52:56.511" v="1029" actId="1076"/>
          <ac:picMkLst>
            <pc:docMk/>
            <pc:sldMk cId="4157745406" sldId="349"/>
            <ac:picMk id="1037" creationId="{E7D4F75F-A8FD-ABC0-F649-E50E1441A657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4:18:37.414" v="1330"/>
        <pc:sldMkLst>
          <pc:docMk/>
          <pc:sldMk cId="866340403" sldId="350"/>
        </pc:sldMkLst>
        <pc:spChg chg="add mod">
          <ac:chgData name="MARICA D'ALFONSO" userId="f391471f-1ea5-466d-bf3a-e95b240bca4c" providerId="ADAL" clId="{C0C7E6F5-8F4E-4BAC-B4C1-0DFA27C12716}" dt="2026-03-24T13:43:41.339" v="915" actId="1076"/>
          <ac:spMkLst>
            <pc:docMk/>
            <pc:sldMk cId="866340403" sldId="350"/>
            <ac:spMk id="5" creationId="{2DCCCF88-880E-6622-7CAD-11BD13C0084A}"/>
          </ac:spMkLst>
        </pc:spChg>
        <pc:spChg chg="add mod">
          <ac:chgData name="MARICA D'ALFONSO" userId="f391471f-1ea5-466d-bf3a-e95b240bca4c" providerId="ADAL" clId="{C0C7E6F5-8F4E-4BAC-B4C1-0DFA27C12716}" dt="2026-03-24T13:43:25.471" v="912" actId="1076"/>
          <ac:spMkLst>
            <pc:docMk/>
            <pc:sldMk cId="866340403" sldId="350"/>
            <ac:spMk id="7" creationId="{FA91CE32-9739-C145-288F-E080E4783103}"/>
          </ac:spMkLst>
        </pc:spChg>
        <pc:spChg chg="mod">
          <ac:chgData name="MARICA D'ALFONSO" userId="f391471f-1ea5-466d-bf3a-e95b240bca4c" providerId="ADAL" clId="{C0C7E6F5-8F4E-4BAC-B4C1-0DFA27C12716}" dt="2026-03-24T13:36:45.508" v="814"/>
          <ac:spMkLst>
            <pc:docMk/>
            <pc:sldMk cId="866340403" sldId="350"/>
            <ac:spMk id="596" creationId="{8E63B13F-C6A9-29CF-7B46-AB7913444A4C}"/>
          </ac:spMkLst>
        </pc:spChg>
        <pc:picChg chg="add mod">
          <ac:chgData name="MARICA D'ALFONSO" userId="f391471f-1ea5-466d-bf3a-e95b240bca4c" providerId="ADAL" clId="{C0C7E6F5-8F4E-4BAC-B4C1-0DFA27C12716}" dt="2026-03-24T13:42:41.939" v="909" actId="1076"/>
          <ac:picMkLst>
            <pc:docMk/>
            <pc:sldMk cId="866340403" sldId="350"/>
            <ac:picMk id="11" creationId="{BD660E24-778D-AB49-957F-280AAA0CEB10}"/>
          </ac:picMkLst>
        </pc:picChg>
        <pc:picChg chg="mod">
          <ac:chgData name="MARICA D'ALFONSO" userId="f391471f-1ea5-466d-bf3a-e95b240bca4c" providerId="ADAL" clId="{C0C7E6F5-8F4E-4BAC-B4C1-0DFA27C12716}" dt="2026-03-24T13:43:31.969" v="913" actId="1076"/>
          <ac:picMkLst>
            <pc:docMk/>
            <pc:sldMk cId="866340403" sldId="350"/>
            <ac:picMk id="12" creationId="{99E99418-BFE8-69D0-C6FB-B051DBFFCB4D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4:26:00.647" v="1401" actId="1076"/>
        <pc:sldMkLst>
          <pc:docMk/>
          <pc:sldMk cId="902645441" sldId="351"/>
        </pc:sldMkLst>
        <pc:spChg chg="mod">
          <ac:chgData name="MARICA D'ALFONSO" userId="f391471f-1ea5-466d-bf3a-e95b240bca4c" providerId="ADAL" clId="{C0C7E6F5-8F4E-4BAC-B4C1-0DFA27C12716}" dt="2026-03-24T14:25:45.144" v="1400" actId="1076"/>
          <ac:spMkLst>
            <pc:docMk/>
            <pc:sldMk cId="902645441" sldId="351"/>
            <ac:spMk id="9" creationId="{17F181B3-F4F7-296C-B461-EE3D55ADC664}"/>
          </ac:spMkLst>
        </pc:spChg>
        <pc:spChg chg="mod">
          <ac:chgData name="MARICA D'ALFONSO" userId="f391471f-1ea5-466d-bf3a-e95b240bca4c" providerId="ADAL" clId="{C0C7E6F5-8F4E-4BAC-B4C1-0DFA27C12716}" dt="2026-03-24T14:25:45.144" v="1400" actId="1076"/>
          <ac:spMkLst>
            <pc:docMk/>
            <pc:sldMk cId="902645441" sldId="351"/>
            <ac:spMk id="10" creationId="{B7706088-75DD-93BC-68B5-DD92D58A6B44}"/>
          </ac:spMkLst>
        </pc:spChg>
        <pc:spChg chg="add mod">
          <ac:chgData name="MARICA D'ALFONSO" userId="f391471f-1ea5-466d-bf3a-e95b240bca4c" providerId="ADAL" clId="{C0C7E6F5-8F4E-4BAC-B4C1-0DFA27C12716}" dt="2026-03-24T14:25:45.144" v="1400" actId="1076"/>
          <ac:spMkLst>
            <pc:docMk/>
            <pc:sldMk cId="902645441" sldId="351"/>
            <ac:spMk id="41" creationId="{8C433664-51A1-ED6B-9814-57EC4CF486C7}"/>
          </ac:spMkLst>
        </pc:spChg>
        <pc:spChg chg="add mod">
          <ac:chgData name="MARICA D'ALFONSO" userId="f391471f-1ea5-466d-bf3a-e95b240bca4c" providerId="ADAL" clId="{C0C7E6F5-8F4E-4BAC-B4C1-0DFA27C12716}" dt="2026-03-24T14:25:45.144" v="1400" actId="1076"/>
          <ac:spMkLst>
            <pc:docMk/>
            <pc:sldMk cId="902645441" sldId="351"/>
            <ac:spMk id="43" creationId="{D32CB2B6-13AD-1D60-E17F-B555C25F6597}"/>
          </ac:spMkLst>
        </pc:spChg>
        <pc:spChg chg="mod">
          <ac:chgData name="MARICA D'ALFONSO" userId="f391471f-1ea5-466d-bf3a-e95b240bca4c" providerId="ADAL" clId="{C0C7E6F5-8F4E-4BAC-B4C1-0DFA27C12716}" dt="2026-03-24T13:07:28.789" v="492"/>
          <ac:spMkLst>
            <pc:docMk/>
            <pc:sldMk cId="902645441" sldId="351"/>
            <ac:spMk id="709" creationId="{9A130845-D12E-A60D-DF98-C5358658DAD1}"/>
          </ac:spMkLst>
        </pc:spChg>
        <pc:picChg chg="add mod">
          <ac:chgData name="MARICA D'ALFONSO" userId="f391471f-1ea5-466d-bf3a-e95b240bca4c" providerId="ADAL" clId="{C0C7E6F5-8F4E-4BAC-B4C1-0DFA27C12716}" dt="2026-03-24T14:25:45.144" v="1400" actId="1076"/>
          <ac:picMkLst>
            <pc:docMk/>
            <pc:sldMk cId="902645441" sldId="351"/>
            <ac:picMk id="7" creationId="{176AE699-1C3E-2978-443C-5DC95CDD4A8D}"/>
          </ac:picMkLst>
        </pc:picChg>
        <pc:picChg chg="add mod">
          <ac:chgData name="MARICA D'ALFONSO" userId="f391471f-1ea5-466d-bf3a-e95b240bca4c" providerId="ADAL" clId="{C0C7E6F5-8F4E-4BAC-B4C1-0DFA27C12716}" dt="2026-03-24T14:26:00.647" v="1401" actId="1076"/>
          <ac:picMkLst>
            <pc:docMk/>
            <pc:sldMk cId="902645441" sldId="351"/>
            <ac:picMk id="3074" creationId="{1380C640-884A-F917-8981-69534BAC3A58}"/>
          </ac:picMkLst>
        </pc:picChg>
      </pc:sldChg>
      <pc:sldChg chg="addSp delSp modSp add mod delAnim modAnim">
        <pc:chgData name="MARICA D'ALFONSO" userId="f391471f-1ea5-466d-bf3a-e95b240bca4c" providerId="ADAL" clId="{C0C7E6F5-8F4E-4BAC-B4C1-0DFA27C12716}" dt="2026-03-24T14:18:31.177" v="1324"/>
        <pc:sldMkLst>
          <pc:docMk/>
          <pc:sldMk cId="1654429793" sldId="352"/>
        </pc:sldMkLst>
        <pc:spChg chg="mod">
          <ac:chgData name="MARICA D'ALFONSO" userId="f391471f-1ea5-466d-bf3a-e95b240bca4c" providerId="ADAL" clId="{C0C7E6F5-8F4E-4BAC-B4C1-0DFA27C12716}" dt="2026-03-24T13:52:02.327" v="1018" actId="1076"/>
          <ac:spMkLst>
            <pc:docMk/>
            <pc:sldMk cId="1654429793" sldId="352"/>
            <ac:spMk id="7" creationId="{6994CA69-9C29-2F03-D019-5C5E058138A9}"/>
          </ac:spMkLst>
        </pc:spChg>
        <pc:spChg chg="mod">
          <ac:chgData name="MARICA D'ALFONSO" userId="f391471f-1ea5-466d-bf3a-e95b240bca4c" providerId="ADAL" clId="{C0C7E6F5-8F4E-4BAC-B4C1-0DFA27C12716}" dt="2026-03-24T13:51:28.764" v="1008" actId="20577"/>
          <ac:spMkLst>
            <pc:docMk/>
            <pc:sldMk cId="1654429793" sldId="352"/>
            <ac:spMk id="596" creationId="{E9E16767-5756-47B3-1AF5-CEDA7CFBC1E3}"/>
          </ac:spMkLst>
        </pc:spChg>
        <pc:picChg chg="mod">
          <ac:chgData name="MARICA D'ALFONSO" userId="f391471f-1ea5-466d-bf3a-e95b240bca4c" providerId="ADAL" clId="{C0C7E6F5-8F4E-4BAC-B4C1-0DFA27C12716}" dt="2026-03-24T13:51:51.936" v="1015" actId="1076"/>
          <ac:picMkLst>
            <pc:docMk/>
            <pc:sldMk cId="1654429793" sldId="352"/>
            <ac:picMk id="1041" creationId="{81BB99D5-3768-B5A4-2E1E-ED7E737D6BA8}"/>
          </ac:picMkLst>
        </pc:picChg>
      </pc:sldChg>
      <pc:sldChg chg="addSp delSp modSp add mod ord">
        <pc:chgData name="MARICA D'ALFONSO" userId="f391471f-1ea5-466d-bf3a-e95b240bca4c" providerId="ADAL" clId="{C0C7E6F5-8F4E-4BAC-B4C1-0DFA27C12716}" dt="2026-03-24T14:36:54.319" v="1554" actId="14861"/>
        <pc:sldMkLst>
          <pc:docMk/>
          <pc:sldMk cId="3112934772" sldId="353"/>
        </pc:sldMkLst>
        <pc:spChg chg="add mod">
          <ac:chgData name="MARICA D'ALFONSO" userId="f391471f-1ea5-466d-bf3a-e95b240bca4c" providerId="ADAL" clId="{C0C7E6F5-8F4E-4BAC-B4C1-0DFA27C12716}" dt="2026-03-24T14:30:07.110" v="1444" actId="20577"/>
          <ac:spMkLst>
            <pc:docMk/>
            <pc:sldMk cId="3112934772" sldId="353"/>
            <ac:spMk id="9" creationId="{62F318EB-C666-9AC1-C421-B3D7A5996D37}"/>
          </ac:spMkLst>
        </pc:spChg>
        <pc:picChg chg="add del mod">
          <ac:chgData name="MARICA D'ALFONSO" userId="f391471f-1ea5-466d-bf3a-e95b240bca4c" providerId="ADAL" clId="{C0C7E6F5-8F4E-4BAC-B4C1-0DFA27C12716}" dt="2026-03-24T14:36:51.449" v="1553" actId="14861"/>
          <ac:picMkLst>
            <pc:docMk/>
            <pc:sldMk cId="3112934772" sldId="353"/>
            <ac:picMk id="2" creationId="{BAE18071-48F0-3FDF-3F6A-0B3FC43C1122}"/>
          </ac:picMkLst>
        </pc:picChg>
        <pc:picChg chg="add del mod">
          <ac:chgData name="MARICA D'ALFONSO" userId="f391471f-1ea5-466d-bf3a-e95b240bca4c" providerId="ADAL" clId="{C0C7E6F5-8F4E-4BAC-B4C1-0DFA27C12716}" dt="2026-03-24T14:36:54.319" v="1554" actId="14861"/>
          <ac:picMkLst>
            <pc:docMk/>
            <pc:sldMk cId="3112934772" sldId="353"/>
            <ac:picMk id="3" creationId="{B91A836A-8C40-3A07-28A0-4BDF59CB6F8A}"/>
          </ac:picMkLst>
        </pc:picChg>
        <pc:cxnChg chg="add del mod">
          <ac:chgData name="MARICA D'ALFONSO" userId="f391471f-1ea5-466d-bf3a-e95b240bca4c" providerId="ADAL" clId="{C0C7E6F5-8F4E-4BAC-B4C1-0DFA27C12716}" dt="2026-03-24T14:32:05.181" v="1465" actId="21"/>
          <ac:cxnSpMkLst>
            <pc:docMk/>
            <pc:sldMk cId="3112934772" sldId="353"/>
            <ac:cxnSpMk id="8" creationId="{D2496073-266A-055A-6256-C5420F776D47}"/>
          </ac:cxnSpMkLst>
        </pc:cxnChg>
      </pc:sldChg>
      <pc:sldChg chg="addSp delSp modSp add mod">
        <pc:chgData name="MARICA D'ALFONSO" userId="f391471f-1ea5-466d-bf3a-e95b240bca4c" providerId="ADAL" clId="{C0C7E6F5-8F4E-4BAC-B4C1-0DFA27C12716}" dt="2026-03-24T14:35:59.941" v="1552" actId="14861"/>
        <pc:sldMkLst>
          <pc:docMk/>
          <pc:sldMk cId="2214448819" sldId="354"/>
        </pc:sldMkLst>
        <pc:spChg chg="add mod">
          <ac:chgData name="MARICA D'ALFONSO" userId="f391471f-1ea5-466d-bf3a-e95b240bca4c" providerId="ADAL" clId="{C0C7E6F5-8F4E-4BAC-B4C1-0DFA27C12716}" dt="2026-03-24T14:32:32.086" v="1481" actId="20577"/>
          <ac:spMkLst>
            <pc:docMk/>
            <pc:sldMk cId="2214448819" sldId="354"/>
            <ac:spMk id="7" creationId="{50076C36-F6B0-DF0A-BAA3-FD3C699F1DCB}"/>
          </ac:spMkLst>
        </pc:spChg>
        <pc:picChg chg="add mod ord">
          <ac:chgData name="MARICA D'ALFONSO" userId="f391471f-1ea5-466d-bf3a-e95b240bca4c" providerId="ADAL" clId="{C0C7E6F5-8F4E-4BAC-B4C1-0DFA27C12716}" dt="2026-03-24T14:35:51.857" v="1550" actId="14861"/>
          <ac:picMkLst>
            <pc:docMk/>
            <pc:sldMk cId="2214448819" sldId="354"/>
            <ac:picMk id="4" creationId="{9BAA0AD8-747E-D04F-E6BB-3290317F71FD}"/>
          </ac:picMkLst>
        </pc:picChg>
        <pc:picChg chg="add mod">
          <ac:chgData name="MARICA D'ALFONSO" userId="f391471f-1ea5-466d-bf3a-e95b240bca4c" providerId="ADAL" clId="{C0C7E6F5-8F4E-4BAC-B4C1-0DFA27C12716}" dt="2026-03-24T14:35:56.386" v="1551" actId="14861"/>
          <ac:picMkLst>
            <pc:docMk/>
            <pc:sldMk cId="2214448819" sldId="354"/>
            <ac:picMk id="5" creationId="{ACFBD6C9-8144-A2FF-0040-EFA91059245C}"/>
          </ac:picMkLst>
        </pc:picChg>
        <pc:picChg chg="add mod">
          <ac:chgData name="MARICA D'ALFONSO" userId="f391471f-1ea5-466d-bf3a-e95b240bca4c" providerId="ADAL" clId="{C0C7E6F5-8F4E-4BAC-B4C1-0DFA27C12716}" dt="2026-03-24T14:35:59.941" v="1552" actId="14861"/>
          <ac:picMkLst>
            <pc:docMk/>
            <pc:sldMk cId="2214448819" sldId="354"/>
            <ac:picMk id="6" creationId="{C0976F67-F803-679F-586D-3C5C08721A6D}"/>
          </ac:picMkLst>
        </pc:picChg>
        <pc:cxnChg chg="mod">
          <ac:chgData name="MARICA D'ALFONSO" userId="f391471f-1ea5-466d-bf3a-e95b240bca4c" providerId="ADAL" clId="{C0C7E6F5-8F4E-4BAC-B4C1-0DFA27C12716}" dt="2026-03-24T14:32:21.423" v="1467" actId="1076"/>
          <ac:cxnSpMkLst>
            <pc:docMk/>
            <pc:sldMk cId="2214448819" sldId="354"/>
            <ac:cxnSpMk id="8" creationId="{8FBE352C-22E0-A534-3782-1921878A8861}"/>
          </ac:cxnSpMkLst>
        </pc:cxnChg>
      </pc:sldChg>
      <pc:sldChg chg="modSp add mod ord">
        <pc:chgData name="MARICA D'ALFONSO" userId="f391471f-1ea5-466d-bf3a-e95b240bca4c" providerId="ADAL" clId="{C0C7E6F5-8F4E-4BAC-B4C1-0DFA27C12716}" dt="2026-03-24T14:32:53.189" v="1494" actId="20577"/>
        <pc:sldMkLst>
          <pc:docMk/>
          <pc:sldMk cId="806962802" sldId="355"/>
        </pc:sldMkLst>
        <pc:spChg chg="mod">
          <ac:chgData name="MARICA D'ALFONSO" userId="f391471f-1ea5-466d-bf3a-e95b240bca4c" providerId="ADAL" clId="{C0C7E6F5-8F4E-4BAC-B4C1-0DFA27C12716}" dt="2026-03-24T14:32:53.189" v="1494" actId="20577"/>
          <ac:spMkLst>
            <pc:docMk/>
            <pc:sldMk cId="806962802" sldId="355"/>
            <ac:spMk id="552" creationId="{F4B1A445-F153-B532-1A4E-95ABB287432B}"/>
          </ac:spMkLst>
        </pc:spChg>
        <pc:spChg chg="mod">
          <ac:chgData name="MARICA D'ALFONSO" userId="f391471f-1ea5-466d-bf3a-e95b240bca4c" providerId="ADAL" clId="{C0C7E6F5-8F4E-4BAC-B4C1-0DFA27C12716}" dt="2026-03-24T14:32:45.845" v="1486" actId="20577"/>
          <ac:spMkLst>
            <pc:docMk/>
            <pc:sldMk cId="806962802" sldId="355"/>
            <ac:spMk id="554" creationId="{F0618202-0040-42F0-9840-87A999559E6C}"/>
          </ac:spMkLst>
        </pc:spChg>
      </pc:sldChg>
      <pc:sldChg chg="modSp add mod">
        <pc:chgData name="MARICA D'ALFONSO" userId="f391471f-1ea5-466d-bf3a-e95b240bca4c" providerId="ADAL" clId="{C0C7E6F5-8F4E-4BAC-B4C1-0DFA27C12716}" dt="2026-03-24T14:33:03.885" v="1515" actId="20577"/>
        <pc:sldMkLst>
          <pc:docMk/>
          <pc:sldMk cId="961569851" sldId="356"/>
        </pc:sldMkLst>
        <pc:spChg chg="mod">
          <ac:chgData name="MARICA D'ALFONSO" userId="f391471f-1ea5-466d-bf3a-e95b240bca4c" providerId="ADAL" clId="{C0C7E6F5-8F4E-4BAC-B4C1-0DFA27C12716}" dt="2026-03-24T14:33:03.885" v="1515" actId="20577"/>
          <ac:spMkLst>
            <pc:docMk/>
            <pc:sldMk cId="961569851" sldId="356"/>
            <ac:spMk id="552" creationId="{0DC70106-261D-2DF1-E17F-8E154ACA3E2E}"/>
          </ac:spMkLst>
        </pc:spChg>
        <pc:spChg chg="mod">
          <ac:chgData name="MARICA D'ALFONSO" userId="f391471f-1ea5-466d-bf3a-e95b240bca4c" providerId="ADAL" clId="{C0C7E6F5-8F4E-4BAC-B4C1-0DFA27C12716}" dt="2026-03-24T14:32:58.720" v="1497" actId="20577"/>
          <ac:spMkLst>
            <pc:docMk/>
            <pc:sldMk cId="961569851" sldId="356"/>
            <ac:spMk id="554" creationId="{F886A968-B8F7-CFE3-94F4-6FA90A5048D3}"/>
          </ac:spMkLst>
        </pc:spChg>
      </pc:sldChg>
      <pc:sldChg chg="addSp delSp modSp add mod ord">
        <pc:chgData name="MARICA D'ALFONSO" userId="f391471f-1ea5-466d-bf3a-e95b240bca4c" providerId="ADAL" clId="{C0C7E6F5-8F4E-4BAC-B4C1-0DFA27C12716}" dt="2026-03-24T14:35:37.883" v="1549" actId="14100"/>
        <pc:sldMkLst>
          <pc:docMk/>
          <pc:sldMk cId="2971449536" sldId="357"/>
        </pc:sldMkLst>
        <pc:spChg chg="mod">
          <ac:chgData name="MARICA D'ALFONSO" userId="f391471f-1ea5-466d-bf3a-e95b240bca4c" providerId="ADAL" clId="{C0C7E6F5-8F4E-4BAC-B4C1-0DFA27C12716}" dt="2026-03-24T14:34:04.113" v="1537" actId="20577"/>
          <ac:spMkLst>
            <pc:docMk/>
            <pc:sldMk cId="2971449536" sldId="357"/>
            <ac:spMk id="9" creationId="{CB7DC2FD-8565-9160-19D9-2E170ED202CA}"/>
          </ac:spMkLst>
        </pc:spChg>
        <pc:picChg chg="add mod">
          <ac:chgData name="MARICA D'ALFONSO" userId="f391471f-1ea5-466d-bf3a-e95b240bca4c" providerId="ADAL" clId="{C0C7E6F5-8F4E-4BAC-B4C1-0DFA27C12716}" dt="2026-03-24T14:34:57.542" v="1543" actId="14861"/>
          <ac:picMkLst>
            <pc:docMk/>
            <pc:sldMk cId="2971449536" sldId="357"/>
            <ac:picMk id="4" creationId="{26D46408-F3FA-2407-9BA1-61A851DB8CB0}"/>
          </ac:picMkLst>
        </pc:picChg>
        <pc:picChg chg="add mod">
          <ac:chgData name="MARICA D'ALFONSO" userId="f391471f-1ea5-466d-bf3a-e95b240bca4c" providerId="ADAL" clId="{C0C7E6F5-8F4E-4BAC-B4C1-0DFA27C12716}" dt="2026-03-24T14:35:02.118" v="1544" actId="14861"/>
          <ac:picMkLst>
            <pc:docMk/>
            <pc:sldMk cId="2971449536" sldId="357"/>
            <ac:picMk id="5" creationId="{E99FD720-98E6-09F8-343A-C2301991F308}"/>
          </ac:picMkLst>
        </pc:picChg>
        <pc:picChg chg="add mod">
          <ac:chgData name="MARICA D'ALFONSO" userId="f391471f-1ea5-466d-bf3a-e95b240bca4c" providerId="ADAL" clId="{C0C7E6F5-8F4E-4BAC-B4C1-0DFA27C12716}" dt="2026-03-24T14:35:06.605" v="1545" actId="14861"/>
          <ac:picMkLst>
            <pc:docMk/>
            <pc:sldMk cId="2971449536" sldId="357"/>
            <ac:picMk id="6" creationId="{7DBA818F-564D-2757-519C-5B66BFB3F6FA}"/>
          </ac:picMkLst>
        </pc:picChg>
        <pc:cxnChg chg="add mod">
          <ac:chgData name="MARICA D'ALFONSO" userId="f391471f-1ea5-466d-bf3a-e95b240bca4c" providerId="ADAL" clId="{C0C7E6F5-8F4E-4BAC-B4C1-0DFA27C12716}" dt="2026-03-24T14:35:37.883" v="1549" actId="14100"/>
          <ac:cxnSpMkLst>
            <pc:docMk/>
            <pc:sldMk cId="2971449536" sldId="357"/>
            <ac:cxnSpMk id="10" creationId="{84EEBE02-B93F-FB94-9753-0D81972DADBD}"/>
          </ac:cxnSpMkLst>
        </pc:cxnChg>
      </pc:sldChg>
      <pc:sldChg chg="addSp delSp modSp add mod">
        <pc:chgData name="MARICA D'ALFONSO" userId="f391471f-1ea5-466d-bf3a-e95b240bca4c" providerId="ADAL" clId="{C0C7E6F5-8F4E-4BAC-B4C1-0DFA27C12716}" dt="2026-03-24T14:37:59.401" v="1572" actId="14861"/>
        <pc:sldMkLst>
          <pc:docMk/>
          <pc:sldMk cId="1102451601" sldId="358"/>
        </pc:sldMkLst>
        <pc:spChg chg="mod">
          <ac:chgData name="MARICA D'ALFONSO" userId="f391471f-1ea5-466d-bf3a-e95b240bca4c" providerId="ADAL" clId="{C0C7E6F5-8F4E-4BAC-B4C1-0DFA27C12716}" dt="2026-03-24T14:37:20.261" v="1562" actId="20577"/>
          <ac:spMkLst>
            <pc:docMk/>
            <pc:sldMk cId="1102451601" sldId="358"/>
            <ac:spMk id="9" creationId="{F90DF6D5-EAAA-A75E-FAF2-3F51D2C9DC31}"/>
          </ac:spMkLst>
        </pc:spChg>
        <pc:picChg chg="add mod">
          <ac:chgData name="MARICA D'ALFONSO" userId="f391471f-1ea5-466d-bf3a-e95b240bca4c" providerId="ADAL" clId="{C0C7E6F5-8F4E-4BAC-B4C1-0DFA27C12716}" dt="2026-03-24T14:37:56.233" v="1571" actId="14861"/>
          <ac:picMkLst>
            <pc:docMk/>
            <pc:sldMk cId="1102451601" sldId="358"/>
            <ac:picMk id="2" creationId="{BA646CB6-1AF8-7928-2108-CA511F9474E2}"/>
          </ac:picMkLst>
        </pc:picChg>
        <pc:picChg chg="add mod">
          <ac:chgData name="MARICA D'ALFONSO" userId="f391471f-1ea5-466d-bf3a-e95b240bca4c" providerId="ADAL" clId="{C0C7E6F5-8F4E-4BAC-B4C1-0DFA27C12716}" dt="2026-03-24T14:37:59.401" v="1572" actId="14861"/>
          <ac:picMkLst>
            <pc:docMk/>
            <pc:sldMk cId="1102451601" sldId="358"/>
            <ac:picMk id="3" creationId="{F5F3EB48-CFF4-0164-3CA1-D024D582EA9F}"/>
          </ac:picMkLst>
        </pc:picChg>
      </pc:sldChg>
      <pc:sldChg chg="addSp delSp modSp add mod ord">
        <pc:chgData name="MARICA D'ALFONSO" userId="f391471f-1ea5-466d-bf3a-e95b240bca4c" providerId="ADAL" clId="{C0C7E6F5-8F4E-4BAC-B4C1-0DFA27C12716}" dt="2026-03-24T14:40:15.317" v="1636" actId="14861"/>
        <pc:sldMkLst>
          <pc:docMk/>
          <pc:sldMk cId="13396424" sldId="359"/>
        </pc:sldMkLst>
        <pc:spChg chg="mod">
          <ac:chgData name="MARICA D'ALFONSO" userId="f391471f-1ea5-466d-bf3a-e95b240bca4c" providerId="ADAL" clId="{C0C7E6F5-8F4E-4BAC-B4C1-0DFA27C12716}" dt="2026-03-24T14:38:45.097" v="1596" actId="20577"/>
          <ac:spMkLst>
            <pc:docMk/>
            <pc:sldMk cId="13396424" sldId="359"/>
            <ac:spMk id="9" creationId="{55D380F5-33F6-44A4-04B1-9F0D5E60A4BD}"/>
          </ac:spMkLst>
        </pc:spChg>
        <pc:picChg chg="add mod">
          <ac:chgData name="MARICA D'ALFONSO" userId="f391471f-1ea5-466d-bf3a-e95b240bca4c" providerId="ADAL" clId="{C0C7E6F5-8F4E-4BAC-B4C1-0DFA27C12716}" dt="2026-03-24T14:39:55.494" v="1633" actId="1076"/>
          <ac:picMkLst>
            <pc:docMk/>
            <pc:sldMk cId="13396424" sldId="359"/>
            <ac:picMk id="4" creationId="{A2E9C41F-319C-0710-2864-C46224FD00E4}"/>
          </ac:picMkLst>
        </pc:picChg>
        <pc:picChg chg="add mod">
          <ac:chgData name="MARICA D'ALFONSO" userId="f391471f-1ea5-466d-bf3a-e95b240bca4c" providerId="ADAL" clId="{C0C7E6F5-8F4E-4BAC-B4C1-0DFA27C12716}" dt="2026-03-24T14:40:15.317" v="1636" actId="14861"/>
          <ac:picMkLst>
            <pc:docMk/>
            <pc:sldMk cId="13396424" sldId="359"/>
            <ac:picMk id="5" creationId="{FEF56C60-8019-0A20-68C1-BEBF64FB1C90}"/>
          </ac:picMkLst>
        </pc:picChg>
        <pc:cxnChg chg="add mod">
          <ac:chgData name="MARICA D'ALFONSO" userId="f391471f-1ea5-466d-bf3a-e95b240bca4c" providerId="ADAL" clId="{C0C7E6F5-8F4E-4BAC-B4C1-0DFA27C12716}" dt="2026-03-24T14:40:06.964" v="1635" actId="208"/>
          <ac:cxnSpMkLst>
            <pc:docMk/>
            <pc:sldMk cId="13396424" sldId="359"/>
            <ac:cxnSpMk id="7" creationId="{0CDD4544-B0E3-6593-0E5D-02730299E30E}"/>
          </ac:cxnSpMkLst>
        </pc:cxnChg>
      </pc:sldChg>
      <pc:sldChg chg="addSp delSp modSp add mod">
        <pc:chgData name="MARICA D'ALFONSO" userId="f391471f-1ea5-466d-bf3a-e95b240bca4c" providerId="ADAL" clId="{C0C7E6F5-8F4E-4BAC-B4C1-0DFA27C12716}" dt="2026-03-24T14:43:07.905" v="1727" actId="14861"/>
        <pc:sldMkLst>
          <pc:docMk/>
          <pc:sldMk cId="3218596832" sldId="360"/>
        </pc:sldMkLst>
        <pc:spChg chg="mod">
          <ac:chgData name="MARICA D'ALFONSO" userId="f391471f-1ea5-466d-bf3a-e95b240bca4c" providerId="ADAL" clId="{C0C7E6F5-8F4E-4BAC-B4C1-0DFA27C12716}" dt="2026-03-24T14:40:38.241" v="1670" actId="20577"/>
          <ac:spMkLst>
            <pc:docMk/>
            <pc:sldMk cId="3218596832" sldId="360"/>
            <ac:spMk id="9" creationId="{D3D58E62-6547-727F-DC10-4C7E756ACBA6}"/>
          </ac:spMkLst>
        </pc:spChg>
        <pc:picChg chg="add mod">
          <ac:chgData name="MARICA D'ALFONSO" userId="f391471f-1ea5-466d-bf3a-e95b240bca4c" providerId="ADAL" clId="{C0C7E6F5-8F4E-4BAC-B4C1-0DFA27C12716}" dt="2026-03-24T14:42:57.546" v="1724" actId="14861"/>
          <ac:picMkLst>
            <pc:docMk/>
            <pc:sldMk cId="3218596832" sldId="360"/>
            <ac:picMk id="3" creationId="{369340C4-B6DB-D8F2-9149-5F8496F8FFBD}"/>
          </ac:picMkLst>
        </pc:picChg>
        <pc:picChg chg="add mod">
          <ac:chgData name="MARICA D'ALFONSO" userId="f391471f-1ea5-466d-bf3a-e95b240bca4c" providerId="ADAL" clId="{C0C7E6F5-8F4E-4BAC-B4C1-0DFA27C12716}" dt="2026-03-24T14:43:02.428" v="1725" actId="14861"/>
          <ac:picMkLst>
            <pc:docMk/>
            <pc:sldMk cId="3218596832" sldId="360"/>
            <ac:picMk id="5" creationId="{0FD49F56-BFB0-8FF6-88FF-B9A14B2571A1}"/>
          </ac:picMkLst>
        </pc:picChg>
        <pc:picChg chg="add mod">
          <ac:chgData name="MARICA D'ALFONSO" userId="f391471f-1ea5-466d-bf3a-e95b240bca4c" providerId="ADAL" clId="{C0C7E6F5-8F4E-4BAC-B4C1-0DFA27C12716}" dt="2026-03-24T14:43:05.164" v="1726" actId="14861"/>
          <ac:picMkLst>
            <pc:docMk/>
            <pc:sldMk cId="3218596832" sldId="360"/>
            <ac:picMk id="6" creationId="{FC35D024-8EE1-18C4-5288-A1BDF0FB7808}"/>
          </ac:picMkLst>
        </pc:picChg>
        <pc:picChg chg="add mod">
          <ac:chgData name="MARICA D'ALFONSO" userId="f391471f-1ea5-466d-bf3a-e95b240bca4c" providerId="ADAL" clId="{C0C7E6F5-8F4E-4BAC-B4C1-0DFA27C12716}" dt="2026-03-24T14:43:07.905" v="1727" actId="14861"/>
          <ac:picMkLst>
            <pc:docMk/>
            <pc:sldMk cId="3218596832" sldId="360"/>
            <ac:picMk id="7" creationId="{FAB4CB3A-E16B-F0C1-765C-A17D018A2C84}"/>
          </ac:picMkLst>
        </pc:picChg>
        <pc:cxnChg chg="add mod">
          <ac:chgData name="MARICA D'ALFONSO" userId="f391471f-1ea5-466d-bf3a-e95b240bca4c" providerId="ADAL" clId="{C0C7E6F5-8F4E-4BAC-B4C1-0DFA27C12716}" dt="2026-03-24T14:42:09.389" v="1683" actId="14100"/>
          <ac:cxnSpMkLst>
            <pc:docMk/>
            <pc:sldMk cId="3218596832" sldId="360"/>
            <ac:cxnSpMk id="10" creationId="{B50D9837-5888-C84C-38F6-63FCB4BA38FD}"/>
          </ac:cxnSpMkLst>
        </pc:cxnChg>
      </pc:sldChg>
      <pc:sldChg chg="addSp delSp modSp add mod">
        <pc:chgData name="MARICA D'ALFONSO" userId="f391471f-1ea5-466d-bf3a-e95b240bca4c" providerId="ADAL" clId="{C0C7E6F5-8F4E-4BAC-B4C1-0DFA27C12716}" dt="2026-03-24T14:43:13.580" v="1728" actId="14861"/>
        <pc:sldMkLst>
          <pc:docMk/>
          <pc:sldMk cId="1943145838" sldId="361"/>
        </pc:sldMkLst>
        <pc:spChg chg="mod">
          <ac:chgData name="MARICA D'ALFONSO" userId="f391471f-1ea5-466d-bf3a-e95b240bca4c" providerId="ADAL" clId="{C0C7E6F5-8F4E-4BAC-B4C1-0DFA27C12716}" dt="2026-03-24T14:42:36.193" v="1716" actId="20577"/>
          <ac:spMkLst>
            <pc:docMk/>
            <pc:sldMk cId="1943145838" sldId="361"/>
            <ac:spMk id="9" creationId="{33DF89AD-5C36-317F-68E0-6EBDC4553A3D}"/>
          </ac:spMkLst>
        </pc:spChg>
        <pc:picChg chg="add mod">
          <ac:chgData name="MARICA D'ALFONSO" userId="f391471f-1ea5-466d-bf3a-e95b240bca4c" providerId="ADAL" clId="{C0C7E6F5-8F4E-4BAC-B4C1-0DFA27C12716}" dt="2026-03-24T14:43:13.580" v="1728" actId="14861"/>
          <ac:picMkLst>
            <pc:docMk/>
            <pc:sldMk cId="1943145838" sldId="361"/>
            <ac:picMk id="2" creationId="{636777C2-27F8-9065-A07B-6FA639AEA3FC}"/>
          </ac:picMkLst>
        </pc:picChg>
      </pc:sldChg>
      <pc:sldChg chg="addSp delSp modSp add mod">
        <pc:chgData name="MARICA D'ALFONSO" userId="f391471f-1ea5-466d-bf3a-e95b240bca4c" providerId="ADAL" clId="{C0C7E6F5-8F4E-4BAC-B4C1-0DFA27C12716}" dt="2026-03-24T14:44:12.021" v="1758" actId="14861"/>
        <pc:sldMkLst>
          <pc:docMk/>
          <pc:sldMk cId="562426161" sldId="362"/>
        </pc:sldMkLst>
        <pc:spChg chg="mod">
          <ac:chgData name="MARICA D'ALFONSO" userId="f391471f-1ea5-466d-bf3a-e95b240bca4c" providerId="ADAL" clId="{C0C7E6F5-8F4E-4BAC-B4C1-0DFA27C12716}" dt="2026-03-24T14:43:32.314" v="1751" actId="20577"/>
          <ac:spMkLst>
            <pc:docMk/>
            <pc:sldMk cId="562426161" sldId="362"/>
            <ac:spMk id="9" creationId="{12C74D22-745D-C182-E3C2-75E9194922C4}"/>
          </ac:spMkLst>
        </pc:spChg>
        <pc:picChg chg="add mod">
          <ac:chgData name="MARICA D'ALFONSO" userId="f391471f-1ea5-466d-bf3a-e95b240bca4c" providerId="ADAL" clId="{C0C7E6F5-8F4E-4BAC-B4C1-0DFA27C12716}" dt="2026-03-24T14:44:07.916" v="1757" actId="14861"/>
          <ac:picMkLst>
            <pc:docMk/>
            <pc:sldMk cId="562426161" sldId="362"/>
            <ac:picMk id="3" creationId="{58B1B1A5-105E-AC5E-39EB-44D546D9BDA9}"/>
          </ac:picMkLst>
        </pc:picChg>
        <pc:picChg chg="add mod">
          <ac:chgData name="MARICA D'ALFONSO" userId="f391471f-1ea5-466d-bf3a-e95b240bca4c" providerId="ADAL" clId="{C0C7E6F5-8F4E-4BAC-B4C1-0DFA27C12716}" dt="2026-03-24T14:44:12.021" v="1758" actId="14861"/>
          <ac:picMkLst>
            <pc:docMk/>
            <pc:sldMk cId="562426161" sldId="362"/>
            <ac:picMk id="4" creationId="{8CCC3DD3-DF2F-D372-E9D3-E659538CAE03}"/>
          </ac:picMkLst>
        </pc:picChg>
      </pc:sldChg>
      <pc:sldChg chg="addSp delSp modSp add mod">
        <pc:chgData name="MARICA D'ALFONSO" userId="f391471f-1ea5-466d-bf3a-e95b240bca4c" providerId="ADAL" clId="{C0C7E6F5-8F4E-4BAC-B4C1-0DFA27C12716}" dt="2026-03-24T14:45:04.446" v="1770" actId="14861"/>
        <pc:sldMkLst>
          <pc:docMk/>
          <pc:sldMk cId="3824531311" sldId="363"/>
        </pc:sldMkLst>
        <pc:picChg chg="add mod">
          <ac:chgData name="MARICA D'ALFONSO" userId="f391471f-1ea5-466d-bf3a-e95b240bca4c" providerId="ADAL" clId="{C0C7E6F5-8F4E-4BAC-B4C1-0DFA27C12716}" dt="2026-03-24T14:44:57.200" v="1768" actId="14861"/>
          <ac:picMkLst>
            <pc:docMk/>
            <pc:sldMk cId="3824531311" sldId="363"/>
            <ac:picMk id="2" creationId="{FF8BDD11-B407-3BB8-DAA6-1AF490AFC977}"/>
          </ac:picMkLst>
        </pc:picChg>
        <pc:picChg chg="add mod">
          <ac:chgData name="MARICA D'ALFONSO" userId="f391471f-1ea5-466d-bf3a-e95b240bca4c" providerId="ADAL" clId="{C0C7E6F5-8F4E-4BAC-B4C1-0DFA27C12716}" dt="2026-03-24T14:45:00.760" v="1769" actId="14861"/>
          <ac:picMkLst>
            <pc:docMk/>
            <pc:sldMk cId="3824531311" sldId="363"/>
            <ac:picMk id="5" creationId="{44F5EC4F-FAE3-7A74-58BA-33FC160EC298}"/>
          </ac:picMkLst>
        </pc:picChg>
        <pc:picChg chg="add mod">
          <ac:chgData name="MARICA D'ALFONSO" userId="f391471f-1ea5-466d-bf3a-e95b240bca4c" providerId="ADAL" clId="{C0C7E6F5-8F4E-4BAC-B4C1-0DFA27C12716}" dt="2026-03-24T14:45:04.446" v="1770" actId="14861"/>
          <ac:picMkLst>
            <pc:docMk/>
            <pc:sldMk cId="3824531311" sldId="363"/>
            <ac:picMk id="6" creationId="{EA163B9A-14D1-503B-6B54-9A29C2526947}"/>
          </ac:picMkLst>
        </pc:picChg>
      </pc:sldChg>
      <pc:sldChg chg="addSp delSp modSp add mod">
        <pc:chgData name="MARICA D'ALFONSO" userId="f391471f-1ea5-466d-bf3a-e95b240bca4c" providerId="ADAL" clId="{C0C7E6F5-8F4E-4BAC-B4C1-0DFA27C12716}" dt="2026-03-24T14:45:45.561" v="1799" actId="14861"/>
        <pc:sldMkLst>
          <pc:docMk/>
          <pc:sldMk cId="1262076809" sldId="364"/>
        </pc:sldMkLst>
        <pc:spChg chg="mod">
          <ac:chgData name="MARICA D'ALFONSO" userId="f391471f-1ea5-466d-bf3a-e95b240bca4c" providerId="ADAL" clId="{C0C7E6F5-8F4E-4BAC-B4C1-0DFA27C12716}" dt="2026-03-24T14:45:33.473" v="1796" actId="20577"/>
          <ac:spMkLst>
            <pc:docMk/>
            <pc:sldMk cId="1262076809" sldId="364"/>
            <ac:spMk id="9" creationId="{36D08634-D348-727B-09EB-35A349FCCF1C}"/>
          </ac:spMkLst>
        </pc:spChg>
        <pc:picChg chg="add mod">
          <ac:chgData name="MARICA D'ALFONSO" userId="f391471f-1ea5-466d-bf3a-e95b240bca4c" providerId="ADAL" clId="{C0C7E6F5-8F4E-4BAC-B4C1-0DFA27C12716}" dt="2026-03-24T14:45:45.561" v="1799" actId="14861"/>
          <ac:picMkLst>
            <pc:docMk/>
            <pc:sldMk cId="1262076809" sldId="364"/>
            <ac:picMk id="3" creationId="{DD615621-8670-C3C0-6D49-A6F7E47659FE}"/>
          </ac:picMkLst>
        </pc:picChg>
      </pc:sldChg>
      <pc:sldChg chg="addSp delSp modSp add mod">
        <pc:chgData name="MARICA D'ALFONSO" userId="f391471f-1ea5-466d-bf3a-e95b240bca4c" providerId="ADAL" clId="{C0C7E6F5-8F4E-4BAC-B4C1-0DFA27C12716}" dt="2026-03-24T14:46:31.249" v="1827" actId="14861"/>
        <pc:sldMkLst>
          <pc:docMk/>
          <pc:sldMk cId="3591712213" sldId="365"/>
        </pc:sldMkLst>
        <pc:spChg chg="mod">
          <ac:chgData name="MARICA D'ALFONSO" userId="f391471f-1ea5-466d-bf3a-e95b240bca4c" providerId="ADAL" clId="{C0C7E6F5-8F4E-4BAC-B4C1-0DFA27C12716}" dt="2026-03-24T14:45:58.940" v="1818" actId="20577"/>
          <ac:spMkLst>
            <pc:docMk/>
            <pc:sldMk cId="3591712213" sldId="365"/>
            <ac:spMk id="9" creationId="{94E8F5A4-0D43-CEAB-46FA-8CB9A7D93F7F}"/>
          </ac:spMkLst>
        </pc:spChg>
        <pc:picChg chg="add mod">
          <ac:chgData name="MARICA D'ALFONSO" userId="f391471f-1ea5-466d-bf3a-e95b240bca4c" providerId="ADAL" clId="{C0C7E6F5-8F4E-4BAC-B4C1-0DFA27C12716}" dt="2026-03-24T14:46:28.578" v="1826" actId="14861"/>
          <ac:picMkLst>
            <pc:docMk/>
            <pc:sldMk cId="3591712213" sldId="365"/>
            <ac:picMk id="2" creationId="{CFB835C1-54F2-B983-C964-DDB317C241C1}"/>
          </ac:picMkLst>
        </pc:picChg>
        <pc:picChg chg="add mod">
          <ac:chgData name="MARICA D'ALFONSO" userId="f391471f-1ea5-466d-bf3a-e95b240bca4c" providerId="ADAL" clId="{C0C7E6F5-8F4E-4BAC-B4C1-0DFA27C12716}" dt="2026-03-24T14:46:31.249" v="1827" actId="14861"/>
          <ac:picMkLst>
            <pc:docMk/>
            <pc:sldMk cId="3591712213" sldId="365"/>
            <ac:picMk id="4" creationId="{2DF52D6F-3ADC-A7DC-9F67-E106F6A89DA0}"/>
          </ac:picMkLst>
        </pc:picChg>
      </pc:sldChg>
      <pc:sldChg chg="addSp delSp modSp add mod setBg">
        <pc:chgData name="MARICA D'ALFONSO" userId="f391471f-1ea5-466d-bf3a-e95b240bca4c" providerId="ADAL" clId="{C0C7E6F5-8F4E-4BAC-B4C1-0DFA27C12716}" dt="2026-03-27T09:02:04.695" v="2296" actId="20577"/>
        <pc:sldMkLst>
          <pc:docMk/>
          <pc:sldMk cId="2088728817" sldId="366"/>
        </pc:sldMkLst>
        <pc:spChg chg="add mod">
          <ac:chgData name="MARICA D'ALFONSO" userId="f391471f-1ea5-466d-bf3a-e95b240bca4c" providerId="ADAL" clId="{C0C7E6F5-8F4E-4BAC-B4C1-0DFA27C12716}" dt="2026-03-24T14:59:34.354" v="2004" actId="1076"/>
          <ac:spMkLst>
            <pc:docMk/>
            <pc:sldMk cId="2088728817" sldId="366"/>
            <ac:spMk id="3" creationId="{E600F2FB-3EFB-5C26-5D1A-1E6521370CA3}"/>
          </ac:spMkLst>
        </pc:spChg>
        <pc:spChg chg="add mod">
          <ac:chgData name="MARICA D'ALFONSO" userId="f391471f-1ea5-466d-bf3a-e95b240bca4c" providerId="ADAL" clId="{C0C7E6F5-8F4E-4BAC-B4C1-0DFA27C12716}" dt="2026-03-27T09:02:04.695" v="2296" actId="20577"/>
          <ac:spMkLst>
            <pc:docMk/>
            <pc:sldMk cId="2088728817" sldId="366"/>
            <ac:spMk id="8" creationId="{47070461-0C30-64FE-7706-05A902502991}"/>
          </ac:spMkLst>
        </pc:spChg>
        <pc:spChg chg="mod">
          <ac:chgData name="MARICA D'ALFONSO" userId="f391471f-1ea5-466d-bf3a-e95b240bca4c" providerId="ADAL" clId="{C0C7E6F5-8F4E-4BAC-B4C1-0DFA27C12716}" dt="2026-03-24T14:59:07.109" v="1997"/>
          <ac:spMkLst>
            <pc:docMk/>
            <pc:sldMk cId="2088728817" sldId="366"/>
            <ac:spMk id="596" creationId="{878C5688-5AFC-8315-32DC-A8C58DEBD37D}"/>
          </ac:spMkLst>
        </pc:spChg>
        <pc:picChg chg="add mod">
          <ac:chgData name="MARICA D'ALFONSO" userId="f391471f-1ea5-466d-bf3a-e95b240bca4c" providerId="ADAL" clId="{C0C7E6F5-8F4E-4BAC-B4C1-0DFA27C12716}" dt="2026-03-24T15:01:12.193" v="2025" actId="1076"/>
          <ac:picMkLst>
            <pc:docMk/>
            <pc:sldMk cId="2088728817" sldId="366"/>
            <ac:picMk id="13" creationId="{BDB4D62D-869C-F617-38DF-836E3E2B2A87}"/>
          </ac:picMkLst>
        </pc:picChg>
        <pc:picChg chg="add mod">
          <ac:chgData name="MARICA D'ALFONSO" userId="f391471f-1ea5-466d-bf3a-e95b240bca4c" providerId="ADAL" clId="{C0C7E6F5-8F4E-4BAC-B4C1-0DFA27C12716}" dt="2026-03-24T15:01:15.972" v="2026" actId="1076"/>
          <ac:picMkLst>
            <pc:docMk/>
            <pc:sldMk cId="2088728817" sldId="366"/>
            <ac:picMk id="15" creationId="{46AEBC8B-9EDA-DA16-9B65-BA0B842D3AB6}"/>
          </ac:picMkLst>
        </pc:picChg>
        <pc:picChg chg="add mod">
          <ac:chgData name="MARICA D'ALFONSO" userId="f391471f-1ea5-466d-bf3a-e95b240bca4c" providerId="ADAL" clId="{C0C7E6F5-8F4E-4BAC-B4C1-0DFA27C12716}" dt="2026-03-24T15:00:58.610" v="2024" actId="14861"/>
          <ac:picMkLst>
            <pc:docMk/>
            <pc:sldMk cId="2088728817" sldId="366"/>
            <ac:picMk id="17" creationId="{97CA5E1C-BD87-3996-E46B-97DDA491D0C5}"/>
          </ac:picMkLst>
        </pc:picChg>
      </pc:sldChg>
      <pc:sldChg chg="addSp delSp modSp add mod">
        <pc:chgData name="MARICA D'ALFONSO" userId="f391471f-1ea5-466d-bf3a-e95b240bca4c" providerId="ADAL" clId="{C0C7E6F5-8F4E-4BAC-B4C1-0DFA27C12716}" dt="2026-03-24T15:04:53.429" v="2093" actId="207"/>
        <pc:sldMkLst>
          <pc:docMk/>
          <pc:sldMk cId="2608936792" sldId="367"/>
        </pc:sldMkLst>
        <pc:spChg chg="mod">
          <ac:chgData name="MARICA D'ALFONSO" userId="f391471f-1ea5-466d-bf3a-e95b240bca4c" providerId="ADAL" clId="{C0C7E6F5-8F4E-4BAC-B4C1-0DFA27C12716}" dt="2026-03-24T15:03:46.557" v="2084" actId="1076"/>
          <ac:spMkLst>
            <pc:docMk/>
            <pc:sldMk cId="2608936792" sldId="367"/>
            <ac:spMk id="10" creationId="{FEB9C39C-0D30-F30E-F8E6-4C1EF4CF0D40}"/>
          </ac:spMkLst>
        </pc:spChg>
        <pc:spChg chg="add mod">
          <ac:chgData name="MARICA D'ALFONSO" userId="f391471f-1ea5-466d-bf3a-e95b240bca4c" providerId="ADAL" clId="{C0C7E6F5-8F4E-4BAC-B4C1-0DFA27C12716}" dt="2026-03-24T15:04:53.429" v="2093" actId="207"/>
          <ac:spMkLst>
            <pc:docMk/>
            <pc:sldMk cId="2608936792" sldId="367"/>
            <ac:spMk id="18" creationId="{12920DA6-2E01-43C8-2549-04A06439EBF6}"/>
          </ac:spMkLst>
        </pc:spChg>
        <pc:spChg chg="mod">
          <ac:chgData name="MARICA D'ALFONSO" userId="f391471f-1ea5-466d-bf3a-e95b240bca4c" providerId="ADAL" clId="{C0C7E6F5-8F4E-4BAC-B4C1-0DFA27C12716}" dt="2026-03-24T14:51:25.716" v="1948"/>
          <ac:spMkLst>
            <pc:docMk/>
            <pc:sldMk cId="2608936792" sldId="367"/>
            <ac:spMk id="596" creationId="{42BF28CC-D2F5-A5FD-F768-E875FC5D6B74}"/>
          </ac:spMkLst>
        </pc:spChg>
        <pc:picChg chg="add del mod">
          <ac:chgData name="MARICA D'ALFONSO" userId="f391471f-1ea5-466d-bf3a-e95b240bca4c" providerId="ADAL" clId="{C0C7E6F5-8F4E-4BAC-B4C1-0DFA27C12716}" dt="2026-03-24T15:04:29.709" v="2091" actId="1076"/>
          <ac:picMkLst>
            <pc:docMk/>
            <pc:sldMk cId="2608936792" sldId="367"/>
            <ac:picMk id="12" creationId="{3F0D0318-75F4-B11F-350D-FCD9E11AC0D0}"/>
          </ac:picMkLst>
        </pc:picChg>
        <pc:picChg chg="add mod">
          <ac:chgData name="MARICA D'ALFONSO" userId="f391471f-1ea5-466d-bf3a-e95b240bca4c" providerId="ADAL" clId="{C0C7E6F5-8F4E-4BAC-B4C1-0DFA27C12716}" dt="2026-03-24T15:04:29.709" v="2091" actId="1076"/>
          <ac:picMkLst>
            <pc:docMk/>
            <pc:sldMk cId="2608936792" sldId="367"/>
            <ac:picMk id="16" creationId="{064C99BB-3BEE-1ABA-49EF-701E8969791E}"/>
          </ac:picMkLst>
        </pc:picChg>
      </pc:sldChg>
      <pc:sldChg chg="addSp delSp modSp add mod ord">
        <pc:chgData name="MARICA D'ALFONSO" userId="f391471f-1ea5-466d-bf3a-e95b240bca4c" providerId="ADAL" clId="{C0C7E6F5-8F4E-4BAC-B4C1-0DFA27C12716}" dt="2026-03-24T15:15:41.322" v="2188" actId="1076"/>
        <pc:sldMkLst>
          <pc:docMk/>
          <pc:sldMk cId="2732941461" sldId="368"/>
        </pc:sldMkLst>
        <pc:spChg chg="add mod">
          <ac:chgData name="MARICA D'ALFONSO" userId="f391471f-1ea5-466d-bf3a-e95b240bca4c" providerId="ADAL" clId="{C0C7E6F5-8F4E-4BAC-B4C1-0DFA27C12716}" dt="2026-03-24T15:12:43.817" v="2154" actId="108"/>
          <ac:spMkLst>
            <pc:docMk/>
            <pc:sldMk cId="2732941461" sldId="368"/>
            <ac:spMk id="3" creationId="{AB907509-E992-D744-7F09-30037609BC46}"/>
          </ac:spMkLst>
        </pc:spChg>
        <pc:spChg chg="add mod">
          <ac:chgData name="MARICA D'ALFONSO" userId="f391471f-1ea5-466d-bf3a-e95b240bca4c" providerId="ADAL" clId="{C0C7E6F5-8F4E-4BAC-B4C1-0DFA27C12716}" dt="2026-03-24T15:14:37.429" v="2181" actId="14100"/>
          <ac:spMkLst>
            <pc:docMk/>
            <pc:sldMk cId="2732941461" sldId="368"/>
            <ac:spMk id="14" creationId="{E1BD84DA-2D62-F6E1-BED7-1953EAFCA23D}"/>
          </ac:spMkLst>
        </pc:spChg>
        <pc:spChg chg="add mod">
          <ac:chgData name="MARICA D'ALFONSO" userId="f391471f-1ea5-466d-bf3a-e95b240bca4c" providerId="ADAL" clId="{C0C7E6F5-8F4E-4BAC-B4C1-0DFA27C12716}" dt="2026-03-24T15:14:31.498" v="2179" actId="14100"/>
          <ac:spMkLst>
            <pc:docMk/>
            <pc:sldMk cId="2732941461" sldId="368"/>
            <ac:spMk id="18" creationId="{BA4CB587-9E21-1C37-A421-358104C9CCB9}"/>
          </ac:spMkLst>
        </pc:spChg>
        <pc:spChg chg="mod">
          <ac:chgData name="MARICA D'ALFONSO" userId="f391471f-1ea5-466d-bf3a-e95b240bca4c" providerId="ADAL" clId="{C0C7E6F5-8F4E-4BAC-B4C1-0DFA27C12716}" dt="2026-03-24T14:54:47.018" v="1984" actId="20577"/>
          <ac:spMkLst>
            <pc:docMk/>
            <pc:sldMk cId="2732941461" sldId="368"/>
            <ac:spMk id="596" creationId="{9D83C6F5-6705-5163-A617-B1427941B030}"/>
          </ac:spMkLst>
        </pc:spChg>
        <pc:picChg chg="add mod">
          <ac:chgData name="MARICA D'ALFONSO" userId="f391471f-1ea5-466d-bf3a-e95b240bca4c" providerId="ADAL" clId="{C0C7E6F5-8F4E-4BAC-B4C1-0DFA27C12716}" dt="2026-03-24T15:13:12.895" v="2160" actId="1076"/>
          <ac:picMkLst>
            <pc:docMk/>
            <pc:sldMk cId="2732941461" sldId="368"/>
            <ac:picMk id="7" creationId="{707F1B60-1D77-9886-9553-025F06F69AF5}"/>
          </ac:picMkLst>
        </pc:picChg>
        <pc:picChg chg="add mod">
          <ac:chgData name="MARICA D'ALFONSO" userId="f391471f-1ea5-466d-bf3a-e95b240bca4c" providerId="ADAL" clId="{C0C7E6F5-8F4E-4BAC-B4C1-0DFA27C12716}" dt="2026-03-24T15:13:03.587" v="2159" actId="1076"/>
          <ac:picMkLst>
            <pc:docMk/>
            <pc:sldMk cId="2732941461" sldId="368"/>
            <ac:picMk id="16" creationId="{4950651F-24E0-A2C5-0250-EC3728CE1D6E}"/>
          </ac:picMkLst>
        </pc:picChg>
        <pc:picChg chg="add mod">
          <ac:chgData name="MARICA D'ALFONSO" userId="f391471f-1ea5-466d-bf3a-e95b240bca4c" providerId="ADAL" clId="{C0C7E6F5-8F4E-4BAC-B4C1-0DFA27C12716}" dt="2026-03-24T15:15:41.322" v="2188" actId="1076"/>
          <ac:picMkLst>
            <pc:docMk/>
            <pc:sldMk cId="2732941461" sldId="368"/>
            <ac:picMk id="20" creationId="{D380A4F7-5884-9354-5C7C-2F7B60625464}"/>
          </ac:picMkLst>
        </pc:picChg>
      </pc:sldChg>
      <pc:sldMasterChg chg="delSldLayout">
        <pc:chgData name="MARICA D'ALFONSO" userId="f391471f-1ea5-466d-bf3a-e95b240bca4c" providerId="ADAL" clId="{C0C7E6F5-8F4E-4BAC-B4C1-0DFA27C12716}" dt="2026-03-24T14:47:39.029" v="1912" actId="47"/>
        <pc:sldMasterMkLst>
          <pc:docMk/>
          <pc:sldMasterMk cId="0" sldId="214748369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d3c3787e4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d3c3787e4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d4db157b9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d4db157b9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>
          <a:extLst>
            <a:ext uri="{FF2B5EF4-FFF2-40B4-BE49-F238E27FC236}">
              <a16:creationId xmlns:a16="http://schemas.microsoft.com/office/drawing/2014/main" id="{31FEE0EE-D53A-66D8-1A33-5E33B457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d4db157b90_0_24:notes">
            <a:extLst>
              <a:ext uri="{FF2B5EF4-FFF2-40B4-BE49-F238E27FC236}">
                <a16:creationId xmlns:a16="http://schemas.microsoft.com/office/drawing/2014/main" id="{41E70DC1-E6FA-8EC7-ABE3-880E0FE86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d4db157b90_0_24:notes">
            <a:extLst>
              <a:ext uri="{FF2B5EF4-FFF2-40B4-BE49-F238E27FC236}">
                <a16:creationId xmlns:a16="http://schemas.microsoft.com/office/drawing/2014/main" id="{E91F3713-9FFD-E09D-8224-2A2CF01A2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8683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785BDA65-26DE-53FC-A9F4-B84CE869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FCBD48FF-440A-3C30-64B4-60C958D61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AC09EA7E-F718-40B5-759D-2DAE71640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978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70A3509E-6AA5-894F-25FB-5478D7FA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4A30557F-019D-A570-168D-D6B761F14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183ED9BB-100C-63D1-CBB4-042FCFE163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769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F1297C60-F9F1-29FD-1484-943680628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9EA4FA9F-6765-4701-3EAF-DB1DC8618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78F3D908-1C0D-54D9-1B69-7275358F7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609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3BB6ADE4-FD5B-9AE6-ECE3-DDA51678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520C591A-F67A-E479-1D94-D47D0095C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465EA0BF-9312-DAAB-4E77-4F8E37F49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498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EEF145DF-FE53-E6C3-1190-C238C49AF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847A5B10-3AFD-021C-272D-959260688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8A4073DD-0797-FC87-4212-CD92D5D3F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758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F8B1F2AB-0BF5-DF5F-B6DA-952E7CFB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230AD390-A5D0-106D-650B-F09323E49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8357338B-3099-DCE1-0270-40894883C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745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>
          <a:extLst>
            <a:ext uri="{FF2B5EF4-FFF2-40B4-BE49-F238E27FC236}">
              <a16:creationId xmlns:a16="http://schemas.microsoft.com/office/drawing/2014/main" id="{B115D913-D3F2-C4E4-CF95-9EDD310C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d4db157b90_0_24:notes">
            <a:extLst>
              <a:ext uri="{FF2B5EF4-FFF2-40B4-BE49-F238E27FC236}">
                <a16:creationId xmlns:a16="http://schemas.microsoft.com/office/drawing/2014/main" id="{FCCE0D39-C4F2-20A1-D208-CC6D656F8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d4db157b90_0_24:notes">
            <a:extLst>
              <a:ext uri="{FF2B5EF4-FFF2-40B4-BE49-F238E27FC236}">
                <a16:creationId xmlns:a16="http://schemas.microsoft.com/office/drawing/2014/main" id="{6CC508D4-A6CE-AF6D-74B2-8AEA4D057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0564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2A8224D7-1C0A-38AD-73F9-5D4A86E5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31DACE87-8CB7-4B29-8B59-B60C6CBB2B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AED6D916-C176-2A68-DC51-E595B1769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962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3797EEF0-CACB-4BA2-FE09-DB9416A7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24DB39F2-583E-240D-1EAE-37D86AB36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6AC4B0CA-94C5-F414-C72E-09E94F4DE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516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A7EB75C2-2183-BA2D-556B-BED58A59F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0BC87A56-B3E7-4B8C-9E72-4AA6006D3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DE15D191-717C-23F2-945B-3887455A0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0725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D017B716-320F-473E-3805-9D12C608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2BA475A5-63CD-D087-7C56-5581019C3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F60460EC-1BE3-114A-B32D-ED2A68667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742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3909EBFC-3B05-38A7-E672-77A5F313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58AACA7C-9862-7EF2-FE26-59148A0B4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E43C68AA-BB28-1E6B-7744-D936A8A26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911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1C85CA52-28DC-3C1B-3907-E28497F25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BC2ED667-BADD-D692-E7E0-91C8A2F04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2D5C4E68-EC77-AD33-DF6D-3615059D0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27260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067C69F4-8061-254B-2031-EAE720C5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FB98F11E-BFCA-2645-B38F-CA67D3603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9BC4E12F-1710-4C42-F1D5-5C6D71644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509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0636CB0C-579E-B467-DDF3-7B675C39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F1569090-5BB2-3A72-9CEA-C07C31A29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398AB8CD-F544-1CE7-D7CE-E2F1F6A77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8561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D465966E-96A9-B015-6E21-DB297C09B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6FD77D97-A74A-65AE-4E2D-A22760FCC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767D9189-EB91-E3CA-FB09-25B52DD35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3563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06B8899B-E361-198F-AC1C-8F6105DC2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468AEA82-3606-A7EB-4B9E-98B54C7FE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BEF80908-0CA4-E27F-F8C7-66A200475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3896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9DF72873-57B0-A542-5F31-4465CAD6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7BD99BE1-9A92-C23E-5F66-DA63E376CC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5DA8BF3B-25A7-334D-3883-1B0E8020C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974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6A63460F-6EA1-93DD-E24E-5BDAD1B8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84D53891-F43C-46F3-E1EA-0F4F98F9D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BAE59AC6-F56F-002B-5545-C28F1DE6D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5582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E5AA04A4-C734-599C-1C1D-ACBFD80D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156A606B-D8EE-E379-0ABE-7CCFEDDB0D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4197CE90-C6B7-E625-83A7-04D73385B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73607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01F68B5B-C9E2-A137-E8B4-168DA96E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E280D329-D2CC-9C3E-BDEB-2EF132377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7A66304C-3FF0-E00D-0928-C00D38753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5999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34C965D9-AC53-5FA0-1A4C-171F0742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6470307F-19D2-AA3C-65A0-562D591E9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65C8AF36-9B11-8D73-B20B-5B2AE5E4D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0433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51A4B503-8AED-98D5-208B-B3CC9AA7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532B33B3-07CF-7F2E-5B47-52670FA33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593ACB80-C41C-CF20-D428-DEDAA90F8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003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6EC2ECA6-72CC-6FEB-2989-A87C6088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7C6B6DA6-A8F3-9234-73DF-01F4963080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0BC5F811-BA6E-01B5-BFB2-5D1030233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2888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>
          <a:extLst>
            <a:ext uri="{FF2B5EF4-FFF2-40B4-BE49-F238E27FC236}">
              <a16:creationId xmlns:a16="http://schemas.microsoft.com/office/drawing/2014/main" id="{1B90B8FD-E105-08F3-9C92-429C7C94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d86185eae8_0_24:notes">
            <a:extLst>
              <a:ext uri="{FF2B5EF4-FFF2-40B4-BE49-F238E27FC236}">
                <a16:creationId xmlns:a16="http://schemas.microsoft.com/office/drawing/2014/main" id="{6D7F98CC-4549-0B43-BD4E-AC6E9332D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d86185eae8_0_24:notes">
            <a:extLst>
              <a:ext uri="{FF2B5EF4-FFF2-40B4-BE49-F238E27FC236}">
                <a16:creationId xmlns:a16="http://schemas.microsoft.com/office/drawing/2014/main" id="{DE4644A0-8944-8E52-E65C-21E08760E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745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118A52E8-1DA5-9DA1-6EAF-349B903E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e643cbc4f6_0_107:notes">
            <a:extLst>
              <a:ext uri="{FF2B5EF4-FFF2-40B4-BE49-F238E27FC236}">
                <a16:creationId xmlns:a16="http://schemas.microsoft.com/office/drawing/2014/main" id="{40766663-9245-F4E4-F672-CF36CF6AF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e643cbc4f6_0_107:notes">
            <a:extLst>
              <a:ext uri="{FF2B5EF4-FFF2-40B4-BE49-F238E27FC236}">
                <a16:creationId xmlns:a16="http://schemas.microsoft.com/office/drawing/2014/main" id="{62816FBA-BEEC-E1C9-83CD-B89BC9AD2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543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00900" y="2715863"/>
            <a:ext cx="4000500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550" y="184925"/>
            <a:ext cx="3262450" cy="25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913" y="-438012"/>
            <a:ext cx="24098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6910775" y="206125"/>
            <a:ext cx="4339950" cy="311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400000">
            <a:off x="941800" y="2746450"/>
            <a:ext cx="1733750" cy="394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53325" y="1452750"/>
            <a:ext cx="7237500" cy="18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40125" y="3266850"/>
            <a:ext cx="60639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293225" y="3165870"/>
            <a:ext cx="25578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883291">
            <a:off x="-398603" y="1661394"/>
            <a:ext cx="2569104" cy="1474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313" y="163692"/>
            <a:ext cx="1840875" cy="178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941800" y="2746450"/>
            <a:ext cx="1733751" cy="394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1725" y="3219301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4126" y="609717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639246">
            <a:off x="6379675" y="-1850875"/>
            <a:ext cx="1733751" cy="39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 hasCustomPrompt="1"/>
          </p:nvPr>
        </p:nvSpPr>
        <p:spPr>
          <a:xfrm>
            <a:off x="1002325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/>
          </p:nvPr>
        </p:nvSpPr>
        <p:spPr>
          <a:xfrm>
            <a:off x="713225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713225" y="2182181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4" hasCustomPrompt="1"/>
          </p:nvPr>
        </p:nvSpPr>
        <p:spPr>
          <a:xfrm>
            <a:off x="3603686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5"/>
          </p:nvPr>
        </p:nvSpPr>
        <p:spPr>
          <a:xfrm>
            <a:off x="3314587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6"/>
          </p:nvPr>
        </p:nvSpPr>
        <p:spPr>
          <a:xfrm>
            <a:off x="3314590" y="2182181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7" hasCustomPrompt="1"/>
          </p:nvPr>
        </p:nvSpPr>
        <p:spPr>
          <a:xfrm>
            <a:off x="6205050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8"/>
          </p:nvPr>
        </p:nvSpPr>
        <p:spPr>
          <a:xfrm>
            <a:off x="5915950" y="1825999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5915954" y="2182182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3" hasCustomPrompt="1"/>
          </p:nvPr>
        </p:nvSpPr>
        <p:spPr>
          <a:xfrm>
            <a:off x="2303000" y="2961254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4"/>
          </p:nvPr>
        </p:nvSpPr>
        <p:spPr>
          <a:xfrm>
            <a:off x="2013874" y="3611809"/>
            <a:ext cx="25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5"/>
          </p:nvPr>
        </p:nvSpPr>
        <p:spPr>
          <a:xfrm>
            <a:off x="2013863" y="3967993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6" hasCustomPrompt="1"/>
          </p:nvPr>
        </p:nvSpPr>
        <p:spPr>
          <a:xfrm>
            <a:off x="4904284" y="2961254"/>
            <a:ext cx="19368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17"/>
          </p:nvPr>
        </p:nvSpPr>
        <p:spPr>
          <a:xfrm>
            <a:off x="4615140" y="3611809"/>
            <a:ext cx="25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8"/>
          </p:nvPr>
        </p:nvSpPr>
        <p:spPr>
          <a:xfrm>
            <a:off x="4615137" y="3967993"/>
            <a:ext cx="25149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95882" flipH="1">
            <a:off x="-158200" y="-709517"/>
            <a:ext cx="1572000" cy="3813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06925" y="3556777"/>
            <a:ext cx="1187150" cy="1538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99011">
            <a:off x="8224735" y="801160"/>
            <a:ext cx="1889979" cy="4303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8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198350" y="2233731"/>
            <a:ext cx="2169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subTitle" idx="1"/>
          </p:nvPr>
        </p:nvSpPr>
        <p:spPr>
          <a:xfrm>
            <a:off x="2198350" y="2590767"/>
            <a:ext cx="21696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title" idx="3"/>
          </p:nvPr>
        </p:nvSpPr>
        <p:spPr>
          <a:xfrm>
            <a:off x="4776050" y="2233731"/>
            <a:ext cx="2169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4"/>
          </p:nvPr>
        </p:nvSpPr>
        <p:spPr>
          <a:xfrm>
            <a:off x="4776050" y="2590767"/>
            <a:ext cx="21696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3546976">
            <a:off x="-485442" y="-893769"/>
            <a:ext cx="1796434" cy="409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3365525" y="4494600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742762" y="3134200"/>
            <a:ext cx="1659025" cy="15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8611223">
            <a:off x="2644600" y="4491875"/>
            <a:ext cx="2835150" cy="2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8">
            <a:off x="7571045" y="-1740127"/>
            <a:ext cx="2002458" cy="455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309963" y="3134200"/>
            <a:ext cx="1659025" cy="15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2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>
            <a:spLocks noGrp="1"/>
          </p:cNvSpPr>
          <p:nvPr>
            <p:ph type="title"/>
          </p:nvPr>
        </p:nvSpPr>
        <p:spPr>
          <a:xfrm>
            <a:off x="1624450" y="1629147"/>
            <a:ext cx="26940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1"/>
          </p:nvPr>
        </p:nvSpPr>
        <p:spPr>
          <a:xfrm>
            <a:off x="1624450" y="1990162"/>
            <a:ext cx="26940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 idx="3"/>
          </p:nvPr>
        </p:nvSpPr>
        <p:spPr>
          <a:xfrm>
            <a:off x="4825396" y="1629147"/>
            <a:ext cx="26940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4"/>
          </p:nvPr>
        </p:nvSpPr>
        <p:spPr>
          <a:xfrm>
            <a:off x="4825389" y="1990162"/>
            <a:ext cx="26940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title" idx="5"/>
          </p:nvPr>
        </p:nvSpPr>
        <p:spPr>
          <a:xfrm>
            <a:off x="1624450" y="2998172"/>
            <a:ext cx="26940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6"/>
          </p:nvPr>
        </p:nvSpPr>
        <p:spPr>
          <a:xfrm>
            <a:off x="1624450" y="3364383"/>
            <a:ext cx="26940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title" idx="7"/>
          </p:nvPr>
        </p:nvSpPr>
        <p:spPr>
          <a:xfrm>
            <a:off x="4825396" y="2998172"/>
            <a:ext cx="26940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8"/>
          </p:nvPr>
        </p:nvSpPr>
        <p:spPr>
          <a:xfrm>
            <a:off x="4825389" y="3364383"/>
            <a:ext cx="2694000" cy="8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7138799">
            <a:off x="7705970" y="-1163991"/>
            <a:ext cx="1449612" cy="3300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616525" y="385275"/>
            <a:ext cx="1393300" cy="1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5172175" y="3734100"/>
            <a:ext cx="1315650" cy="31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9305281">
            <a:off x="6956225" y="-36025"/>
            <a:ext cx="19240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399999">
            <a:off x="6172375" y="658451"/>
            <a:ext cx="3810950" cy="273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10">
            <a:off x="155678" y="1026170"/>
            <a:ext cx="1774244" cy="403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7178600" y="160768"/>
            <a:ext cx="2504350" cy="143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956358">
            <a:off x="5559239" y="-1676283"/>
            <a:ext cx="2386824" cy="4381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32425" y="2105999"/>
            <a:ext cx="2786538" cy="2161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119786" y="3372335"/>
            <a:ext cx="2058291" cy="199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>
            <a:off x="6645600" y="3698050"/>
            <a:ext cx="1840875" cy="17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 flipH="1">
            <a:off x="7220750" y="3593750"/>
            <a:ext cx="1572000" cy="203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358732">
            <a:off x="-399179" y="-654803"/>
            <a:ext cx="2002458" cy="455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8760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70" r:id="rId5"/>
    <p:sldLayoutId id="2147483677" r:id="rId6"/>
    <p:sldLayoutId id="2147483694" r:id="rId7"/>
    <p:sldLayoutId id="2147483695" r:id="rId8"/>
    <p:sldLayoutId id="214748369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"/>
          <p:cNvSpPr txBox="1">
            <a:spLocks noGrp="1"/>
          </p:cNvSpPr>
          <p:nvPr>
            <p:ph type="ctrTitle"/>
          </p:nvPr>
        </p:nvSpPr>
        <p:spPr>
          <a:xfrm>
            <a:off x="953250" y="2104944"/>
            <a:ext cx="7237500" cy="933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SoulDiaryConnect App</a:t>
            </a:r>
            <a:endParaRPr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3C82E8B-EB32-659C-02B6-69DF5A5DC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521" y="177809"/>
            <a:ext cx="1396459" cy="142284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11AC1BD-1055-EA67-8BFB-3F852006C3CD}"/>
              </a:ext>
            </a:extLst>
          </p:cNvPr>
          <p:cNvSpPr txBox="1"/>
          <p:nvPr/>
        </p:nvSpPr>
        <p:spPr>
          <a:xfrm>
            <a:off x="1154151" y="3019622"/>
            <a:ext cx="5387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Evoluzione mobile di un sistema IA a supporto del percorso psicoterapeutico</a:t>
            </a:r>
          </a:p>
        </p:txBody>
      </p:sp>
      <p:sp>
        <p:nvSpPr>
          <p:cNvPr id="2" name="Google Shape;570;p61">
            <a:extLst>
              <a:ext uri="{FF2B5EF4-FFF2-40B4-BE49-F238E27FC236}">
                <a16:creationId xmlns:a16="http://schemas.microsoft.com/office/drawing/2014/main" id="{8A7EA682-2664-738A-65CA-6E3931095914}"/>
              </a:ext>
            </a:extLst>
          </p:cNvPr>
          <p:cNvSpPr txBox="1">
            <a:spLocks/>
          </p:cNvSpPr>
          <p:nvPr/>
        </p:nvSpPr>
        <p:spPr>
          <a:xfrm>
            <a:off x="5750477" y="4519075"/>
            <a:ext cx="3252276" cy="595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</a:rPr>
              <a:t>Marica D’Alfonso	</a:t>
            </a:r>
            <a:r>
              <a:rPr lang="it-IT" sz="1050" dirty="0" err="1">
                <a:solidFill>
                  <a:schemeClr val="bg1">
                    <a:lumMod val="50000"/>
                  </a:schemeClr>
                </a:solidFill>
              </a:rPr>
              <a:t>mat</a:t>
            </a:r>
            <a:r>
              <a:rPr lang="it-IT" sz="1050" dirty="0">
                <a:solidFill>
                  <a:schemeClr val="bg1">
                    <a:lumMod val="50000"/>
                  </a:schemeClr>
                </a:solidFill>
              </a:rPr>
              <a:t>. 0522501615</a:t>
            </a:r>
          </a:p>
          <a:p>
            <a:pPr>
              <a:spcAft>
                <a:spcPts val="600"/>
              </a:spcAft>
            </a:pPr>
            <a:r>
              <a:rPr lang="it-IT" sz="1050" dirty="0">
                <a:solidFill>
                  <a:schemeClr val="bg1">
                    <a:lumMod val="50000"/>
                  </a:schemeClr>
                </a:solidFill>
              </a:rPr>
              <a:t>Chiara </a:t>
            </a:r>
            <a:r>
              <a:rPr lang="it-IT" sz="1050" dirty="0" err="1">
                <a:solidFill>
                  <a:schemeClr val="bg1">
                    <a:lumMod val="50000"/>
                  </a:schemeClr>
                </a:solidFill>
              </a:rPr>
              <a:t>Orrigo</a:t>
            </a:r>
            <a:r>
              <a:rPr lang="it-IT" sz="1050" dirty="0">
                <a:solidFill>
                  <a:schemeClr val="bg1">
                    <a:lumMod val="50000"/>
                  </a:schemeClr>
                </a:solidFill>
              </a:rPr>
              <a:t>		</a:t>
            </a:r>
            <a:r>
              <a:rPr lang="it-IT" sz="1050" dirty="0" err="1">
                <a:solidFill>
                  <a:schemeClr val="bg1">
                    <a:lumMod val="50000"/>
                  </a:schemeClr>
                </a:solidFill>
              </a:rPr>
              <a:t>mat</a:t>
            </a:r>
            <a:r>
              <a:rPr lang="it-IT" sz="1050" dirty="0">
                <a:solidFill>
                  <a:schemeClr val="bg1">
                    <a:lumMod val="50000"/>
                  </a:schemeClr>
                </a:solidFill>
              </a:rPr>
              <a:t>. 0522501745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04" name="Google Shape;504;p55"/>
          <p:cNvSpPr txBox="1">
            <a:spLocks noGrp="1"/>
          </p:cNvSpPr>
          <p:nvPr>
            <p:ph type="title" idx="2"/>
          </p:nvPr>
        </p:nvSpPr>
        <p:spPr>
          <a:xfrm>
            <a:off x="1002325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5" name="Google Shape;505;p55"/>
          <p:cNvSpPr txBox="1">
            <a:spLocks noGrp="1"/>
          </p:cNvSpPr>
          <p:nvPr>
            <p:ph type="title" idx="3"/>
          </p:nvPr>
        </p:nvSpPr>
        <p:spPr>
          <a:xfrm>
            <a:off x="713225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Introduzione</a:t>
            </a:r>
            <a:endParaRPr dirty="0"/>
          </a:p>
        </p:txBody>
      </p:sp>
      <p:sp>
        <p:nvSpPr>
          <p:cNvPr id="507" name="Google Shape;507;p55"/>
          <p:cNvSpPr txBox="1">
            <a:spLocks noGrp="1"/>
          </p:cNvSpPr>
          <p:nvPr>
            <p:ph type="title" idx="4"/>
          </p:nvPr>
        </p:nvSpPr>
        <p:spPr>
          <a:xfrm>
            <a:off x="3603686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8" name="Google Shape;508;p55"/>
          <p:cNvSpPr txBox="1">
            <a:spLocks noGrp="1"/>
          </p:cNvSpPr>
          <p:nvPr>
            <p:ph type="title" idx="5"/>
          </p:nvPr>
        </p:nvSpPr>
        <p:spPr>
          <a:xfrm>
            <a:off x="3314587" y="1825998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Progettazione e Sviluppo</a:t>
            </a:r>
            <a:endParaRPr dirty="0"/>
          </a:p>
        </p:txBody>
      </p:sp>
      <p:sp>
        <p:nvSpPr>
          <p:cNvPr id="510" name="Google Shape;510;p55"/>
          <p:cNvSpPr txBox="1">
            <a:spLocks noGrp="1"/>
          </p:cNvSpPr>
          <p:nvPr>
            <p:ph type="title" idx="7"/>
          </p:nvPr>
        </p:nvSpPr>
        <p:spPr>
          <a:xfrm>
            <a:off x="6205050" y="1180055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11" name="Google Shape;511;p55"/>
          <p:cNvSpPr txBox="1">
            <a:spLocks noGrp="1"/>
          </p:cNvSpPr>
          <p:nvPr>
            <p:ph type="title" idx="8"/>
          </p:nvPr>
        </p:nvSpPr>
        <p:spPr>
          <a:xfrm>
            <a:off x="5915950" y="1825999"/>
            <a:ext cx="25149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</a:t>
            </a:r>
            <a:endParaRPr dirty="0"/>
          </a:p>
        </p:txBody>
      </p:sp>
      <p:sp>
        <p:nvSpPr>
          <p:cNvPr id="513" name="Google Shape;513;p55"/>
          <p:cNvSpPr txBox="1">
            <a:spLocks noGrp="1"/>
          </p:cNvSpPr>
          <p:nvPr>
            <p:ph type="title" idx="13"/>
          </p:nvPr>
        </p:nvSpPr>
        <p:spPr>
          <a:xfrm>
            <a:off x="1002351" y="3005859"/>
            <a:ext cx="1936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14" name="Google Shape;514;p55"/>
          <p:cNvSpPr txBox="1">
            <a:spLocks noGrp="1"/>
          </p:cNvSpPr>
          <p:nvPr>
            <p:ph type="title" idx="14"/>
          </p:nvPr>
        </p:nvSpPr>
        <p:spPr>
          <a:xfrm>
            <a:off x="713225" y="3656414"/>
            <a:ext cx="25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Applicazione</a:t>
            </a:r>
            <a:endParaRPr dirty="0"/>
          </a:p>
        </p:txBody>
      </p:sp>
      <p:sp>
        <p:nvSpPr>
          <p:cNvPr id="516" name="Google Shape;516;p55"/>
          <p:cNvSpPr txBox="1">
            <a:spLocks noGrp="1"/>
          </p:cNvSpPr>
          <p:nvPr>
            <p:ph type="title" idx="16"/>
          </p:nvPr>
        </p:nvSpPr>
        <p:spPr>
          <a:xfrm>
            <a:off x="3603635" y="3005859"/>
            <a:ext cx="19368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7" name="Google Shape;517;p55"/>
          <p:cNvSpPr txBox="1">
            <a:spLocks noGrp="1"/>
          </p:cNvSpPr>
          <p:nvPr>
            <p:ph type="title" idx="17"/>
          </p:nvPr>
        </p:nvSpPr>
        <p:spPr>
          <a:xfrm>
            <a:off x="3228126" y="3656405"/>
            <a:ext cx="279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Questionari</a:t>
            </a:r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97FEBF6-BA53-6336-6FCD-036321A43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  <p:sp>
        <p:nvSpPr>
          <p:cNvPr id="13" name="Google Shape;516;p55">
            <a:extLst>
              <a:ext uri="{FF2B5EF4-FFF2-40B4-BE49-F238E27FC236}">
                <a16:creationId xmlns:a16="http://schemas.microsoft.com/office/drawing/2014/main" id="{908A5861-A0AE-EC6C-0095-F8DCC93901E8}"/>
              </a:ext>
            </a:extLst>
          </p:cNvPr>
          <p:cNvSpPr txBox="1">
            <a:spLocks/>
          </p:cNvSpPr>
          <p:nvPr/>
        </p:nvSpPr>
        <p:spPr>
          <a:xfrm>
            <a:off x="6205050" y="3010840"/>
            <a:ext cx="19368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4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4" name="Google Shape;517;p55">
            <a:extLst>
              <a:ext uri="{FF2B5EF4-FFF2-40B4-BE49-F238E27FC236}">
                <a16:creationId xmlns:a16="http://schemas.microsoft.com/office/drawing/2014/main" id="{C8D956DD-CFFF-2AEB-A82B-DAB6BA45CCD2}"/>
              </a:ext>
            </a:extLst>
          </p:cNvPr>
          <p:cNvSpPr txBox="1">
            <a:spLocks/>
          </p:cNvSpPr>
          <p:nvPr/>
        </p:nvSpPr>
        <p:spPr>
          <a:xfrm>
            <a:off x="5829541" y="3661386"/>
            <a:ext cx="279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2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erif Display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Conclusioni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/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Introduzione</a:t>
            </a:r>
            <a:endParaRPr dirty="0"/>
          </a:p>
        </p:txBody>
      </p:sp>
      <p:sp>
        <p:nvSpPr>
          <p:cNvPr id="554" name="Google Shape;554;p59"/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A2D709F-5AA8-D936-031F-3D38DFF18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8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Le Origini del Progetto</a:t>
            </a:r>
            <a:endParaRPr dirty="0"/>
          </a:p>
        </p:txBody>
      </p:sp>
      <p:sp>
        <p:nvSpPr>
          <p:cNvPr id="566" name="Google Shape;566;p61"/>
          <p:cNvSpPr txBox="1">
            <a:spLocks noGrp="1"/>
          </p:cNvSpPr>
          <p:nvPr>
            <p:ph type="title"/>
          </p:nvPr>
        </p:nvSpPr>
        <p:spPr>
          <a:xfrm>
            <a:off x="1718002" y="1352361"/>
            <a:ext cx="4126915" cy="522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b="1" dirty="0"/>
              <a:t>Piattaforma Web originale</a:t>
            </a:r>
            <a:endParaRPr dirty="0"/>
          </a:p>
        </p:txBody>
      </p:sp>
      <p:sp>
        <p:nvSpPr>
          <p:cNvPr id="567" name="Google Shape;567;p61"/>
          <p:cNvSpPr txBox="1">
            <a:spLocks/>
          </p:cNvSpPr>
          <p:nvPr/>
        </p:nvSpPr>
        <p:spPr>
          <a:xfrm>
            <a:off x="1992351" y="1740989"/>
            <a:ext cx="4606157" cy="66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27000" indent="0"/>
            <a:r>
              <a:rPr lang="it-IT" dirty="0"/>
              <a:t>Basata sull'Intelligenza Artificiale per la pratica del </a:t>
            </a:r>
            <a:r>
              <a:rPr lang="it-IT" dirty="0" err="1">
                <a:solidFill>
                  <a:schemeClr val="bg2">
                    <a:lumMod val="75000"/>
                  </a:schemeClr>
                </a:solidFill>
              </a:rPr>
              <a:t>journaling</a:t>
            </a:r>
            <a:r>
              <a:rPr lang="it-IT" dirty="0"/>
              <a:t> terapeutico</a:t>
            </a:r>
          </a:p>
        </p:txBody>
      </p:sp>
      <p:sp>
        <p:nvSpPr>
          <p:cNvPr id="569" name="Google Shape;569;p61"/>
          <p:cNvSpPr txBox="1">
            <a:spLocks noGrp="1"/>
          </p:cNvSpPr>
          <p:nvPr>
            <p:ph type="title" idx="3"/>
          </p:nvPr>
        </p:nvSpPr>
        <p:spPr>
          <a:xfrm>
            <a:off x="4295429" y="2908339"/>
            <a:ext cx="2700049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b="1" dirty="0"/>
              <a:t>Ispirazione clinica</a:t>
            </a:r>
            <a:endParaRPr dirty="0"/>
          </a:p>
        </p:txBody>
      </p:sp>
      <p:sp>
        <p:nvSpPr>
          <p:cNvPr id="570" name="Google Shape;570;p61"/>
          <p:cNvSpPr txBox="1">
            <a:spLocks noGrp="1"/>
          </p:cNvSpPr>
          <p:nvPr>
            <p:ph type="subTitle" idx="4"/>
          </p:nvPr>
        </p:nvSpPr>
        <p:spPr>
          <a:xfrm>
            <a:off x="4442065" y="3357439"/>
            <a:ext cx="4312885" cy="13558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it-IT" dirty="0"/>
              <a:t>Studio </a:t>
            </a:r>
            <a:r>
              <a:rPr lang="it-IT" dirty="0" err="1">
                <a:solidFill>
                  <a:schemeClr val="bg2">
                    <a:lumMod val="75000"/>
                  </a:schemeClr>
                </a:solidFill>
              </a:rPr>
              <a:t>MindfulDiary</a:t>
            </a:r>
            <a:r>
              <a:rPr lang="it-IT" dirty="0"/>
              <a:t>, che dimostra l'efficacia degli LLM per generare domande e riassunti, facilitando l'espressione emotiva</a:t>
            </a:r>
            <a:endParaRPr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4C09EE7A-1450-F1F9-E2F9-7C583301D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9266" y="1291861"/>
            <a:ext cx="1143699" cy="1165312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232BCBC0-A6AB-9781-5DD8-922D86A9E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573" b="1925"/>
          <a:stretch>
            <a:fillRect/>
          </a:stretch>
        </p:blipFill>
        <p:spPr>
          <a:xfrm>
            <a:off x="450140" y="2908339"/>
            <a:ext cx="3731666" cy="15785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>
          <a:extLst>
            <a:ext uri="{FF2B5EF4-FFF2-40B4-BE49-F238E27FC236}">
              <a16:creationId xmlns:a16="http://schemas.microsoft.com/office/drawing/2014/main" id="{2F587F6E-DB29-6D55-F3B3-F5829108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8">
            <a:extLst>
              <a:ext uri="{FF2B5EF4-FFF2-40B4-BE49-F238E27FC236}">
                <a16:creationId xmlns:a16="http://schemas.microsoft.com/office/drawing/2014/main" id="{5E6B2AD5-C1C8-B01F-F081-AA4CD6E6FA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L'Evoluzione Mobile</a:t>
            </a:r>
            <a:endParaRPr dirty="0"/>
          </a:p>
        </p:txBody>
      </p:sp>
      <p:sp>
        <p:nvSpPr>
          <p:cNvPr id="8" name="Google Shape;880;p79">
            <a:extLst>
              <a:ext uri="{FF2B5EF4-FFF2-40B4-BE49-F238E27FC236}">
                <a16:creationId xmlns:a16="http://schemas.microsoft.com/office/drawing/2014/main" id="{28CCD985-DC31-8E29-33E3-1B6EE7D3E7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6498" y="2516179"/>
            <a:ext cx="2169600" cy="121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200"/>
              </a:spcAft>
              <a:buSzPts val="1100"/>
            </a:pPr>
            <a:r>
              <a:rPr lang="it-IT" sz="1400" dirty="0"/>
              <a:t>Accedere a una postazione desktop rappresentava un ostacolo per l'utente</a:t>
            </a:r>
            <a:endParaRPr sz="1400" dirty="0"/>
          </a:p>
        </p:txBody>
      </p:sp>
      <p:sp>
        <p:nvSpPr>
          <p:cNvPr id="9" name="Google Shape;881;p79">
            <a:extLst>
              <a:ext uri="{FF2B5EF4-FFF2-40B4-BE49-F238E27FC236}">
                <a16:creationId xmlns:a16="http://schemas.microsoft.com/office/drawing/2014/main" id="{CCCCFB9E-EE85-F283-5D89-DE7FAAFF4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2109600"/>
            <a:ext cx="216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000" dirty="0"/>
              <a:t>Il limite del web</a:t>
            </a:r>
            <a:endParaRPr sz="2000" dirty="0"/>
          </a:p>
        </p:txBody>
      </p:sp>
      <p:sp>
        <p:nvSpPr>
          <p:cNvPr id="10" name="Google Shape;883;p79">
            <a:extLst>
              <a:ext uri="{FF2B5EF4-FFF2-40B4-BE49-F238E27FC236}">
                <a16:creationId xmlns:a16="http://schemas.microsoft.com/office/drawing/2014/main" id="{9A6D8B97-0B5A-6541-05F5-0281E37B43C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2951649" y="2678837"/>
            <a:ext cx="324070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000" dirty="0"/>
              <a:t>La natura del </a:t>
            </a:r>
            <a:r>
              <a:rPr lang="it-IT" sz="2000" dirty="0" err="1"/>
              <a:t>Journaling</a:t>
            </a:r>
            <a:endParaRPr sz="2000" dirty="0"/>
          </a:p>
        </p:txBody>
      </p:sp>
      <p:sp>
        <p:nvSpPr>
          <p:cNvPr id="11" name="Google Shape;884;p79">
            <a:extLst>
              <a:ext uri="{FF2B5EF4-FFF2-40B4-BE49-F238E27FC236}">
                <a16:creationId xmlns:a16="http://schemas.microsoft.com/office/drawing/2014/main" id="{279AC902-D650-34D7-8374-81972EDCCB4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87200" y="3122303"/>
            <a:ext cx="2169600" cy="17286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200"/>
              </a:spcAft>
              <a:buSzPts val="1100"/>
            </a:pPr>
            <a:r>
              <a:rPr lang="it-IT" sz="1400" dirty="0"/>
              <a:t>La gestione del benessere psicologico è legata a stati d'animo che emergono in qualsiasi momento della giornata</a:t>
            </a:r>
            <a:endParaRPr sz="1400" dirty="0"/>
          </a:p>
        </p:txBody>
      </p:sp>
      <p:sp>
        <p:nvSpPr>
          <p:cNvPr id="12" name="Google Shape;885;p79">
            <a:extLst>
              <a:ext uri="{FF2B5EF4-FFF2-40B4-BE49-F238E27FC236}">
                <a16:creationId xmlns:a16="http://schemas.microsoft.com/office/drawing/2014/main" id="{1F45EA6F-DB1A-3343-514D-0FAC54DA670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192351" y="2163168"/>
            <a:ext cx="216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000" dirty="0"/>
              <a:t>La soluzione</a:t>
            </a:r>
            <a:endParaRPr sz="2000" dirty="0"/>
          </a:p>
        </p:txBody>
      </p:sp>
      <p:sp>
        <p:nvSpPr>
          <p:cNvPr id="13" name="Google Shape;886;p79">
            <a:extLst>
              <a:ext uri="{FF2B5EF4-FFF2-40B4-BE49-F238E27FC236}">
                <a16:creationId xmlns:a16="http://schemas.microsoft.com/office/drawing/2014/main" id="{205EBBE6-C1C5-3F32-6CC2-FFA9CECCA514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209103" y="2582555"/>
            <a:ext cx="2169600" cy="1997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200"/>
              </a:spcAft>
              <a:buSzPts val="1100"/>
            </a:pPr>
            <a:r>
              <a:rPr lang="it-IT" sz="1400" dirty="0"/>
              <a:t>Sviluppo di un'applicazione mobile per garantire la totale completezza del servizio, portando la terapia direttamente nello smartphone del paziente</a:t>
            </a:r>
            <a:endParaRPr sz="1400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861EAA2-ABB5-3EED-E2DA-7A268D0ED6C2}"/>
              </a:ext>
            </a:extLst>
          </p:cNvPr>
          <p:cNvSpPr txBox="1"/>
          <p:nvPr/>
        </p:nvSpPr>
        <p:spPr>
          <a:xfrm>
            <a:off x="1976374" y="1034569"/>
            <a:ext cx="5387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Perché passare al mobile?</a:t>
            </a:r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B229F610-8A55-0439-D919-E6A97B38A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93" y="1263168"/>
            <a:ext cx="900000" cy="900000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8E72345D-CA71-3DDC-0842-A04E88586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000" y="1782300"/>
            <a:ext cx="900000" cy="900000"/>
          </a:xfrm>
          <a:prstGeom prst="rect">
            <a:avLst/>
          </a:prstGeom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5B8BFD49-2308-8390-1E7C-35B3B94B9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903" y="1323300"/>
            <a:ext cx="918000" cy="9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2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233E57C9-453B-B9E6-51B6-670EF649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A54833AC-425B-7F15-F5E8-B727ABAA6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/>
              <a:t>Progettazione e Sviluppo</a:t>
            </a:r>
            <a:br>
              <a:rPr lang="it-IT" dirty="0"/>
            </a:b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C1D636BE-380F-9B80-301E-96753695AF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2CE7537-124B-7D44-96B4-62843DDAF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8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E83BC30A-A6E9-4E26-72E6-A2857F8A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2">
            <a:extLst>
              <a:ext uri="{FF2B5EF4-FFF2-40B4-BE49-F238E27FC236}">
                <a16:creationId xmlns:a16="http://schemas.microsoft.com/office/drawing/2014/main" id="{5C9A1752-9592-52F1-D514-CF0112892C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65520" y="1277091"/>
            <a:ext cx="1929800" cy="4267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i="1" dirty="0">
                <a:solidFill>
                  <a:schemeClr val="bg2">
                    <a:lumMod val="75000"/>
                  </a:schemeClr>
                </a:solidFill>
              </a:rPr>
              <a:t>Template HTML</a:t>
            </a:r>
            <a:endParaRPr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E5307D35-77C3-F333-1B23-84DB3EB0AA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Architettura</a:t>
            </a:r>
            <a:endParaRPr dirty="0"/>
          </a:p>
        </p:txBody>
      </p:sp>
      <p:sp>
        <p:nvSpPr>
          <p:cNvPr id="8" name="Google Shape;595;p62">
            <a:extLst>
              <a:ext uri="{FF2B5EF4-FFF2-40B4-BE49-F238E27FC236}">
                <a16:creationId xmlns:a16="http://schemas.microsoft.com/office/drawing/2014/main" id="{4FF8E08C-D755-2CA4-0020-86C04B135386}"/>
              </a:ext>
            </a:extLst>
          </p:cNvPr>
          <p:cNvSpPr txBox="1">
            <a:spLocks/>
          </p:cNvSpPr>
          <p:nvPr/>
        </p:nvSpPr>
        <p:spPr>
          <a:xfrm>
            <a:off x="2017385" y="2053207"/>
            <a:ext cx="5109230" cy="98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SzPts val="1100"/>
            </a:pPr>
            <a:r>
              <a:rPr lang="it-IT" dirty="0"/>
              <a:t>Riprogettazione dell'interfaccia utente utilizzando </a:t>
            </a:r>
            <a:r>
              <a:rPr lang="it-IT" b="1" dirty="0">
                <a:solidFill>
                  <a:schemeClr val="bg2">
                    <a:lumMod val="75000"/>
                  </a:schemeClr>
                </a:solidFill>
              </a:rPr>
              <a:t>React Native (Expo)</a:t>
            </a:r>
            <a:r>
              <a:rPr lang="it-IT" dirty="0"/>
              <a:t>. Un'unica base di codice per componenti nativi iOS e Android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33FE51D-E7A4-9EC2-0FFE-F572D3CA893C}"/>
              </a:ext>
            </a:extLst>
          </p:cNvPr>
          <p:cNvSpPr txBox="1"/>
          <p:nvPr/>
        </p:nvSpPr>
        <p:spPr>
          <a:xfrm>
            <a:off x="1748764" y="3497077"/>
            <a:ext cx="5646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chemeClr val="dk1"/>
                </a:solidFill>
                <a:latin typeface="Karla"/>
                <a:sym typeface="Karla"/>
              </a:rPr>
              <a:t>Introduzione della Bottom Tab </a:t>
            </a:r>
            <a:r>
              <a:rPr lang="it-IT" sz="1600" dirty="0" err="1">
                <a:solidFill>
                  <a:schemeClr val="dk1"/>
                </a:solidFill>
                <a:latin typeface="Karla"/>
                <a:sym typeface="Karla"/>
              </a:rPr>
              <a:t>Navigation</a:t>
            </a:r>
            <a:r>
              <a:rPr lang="it-IT" sz="1600" dirty="0">
                <a:solidFill>
                  <a:schemeClr val="dk1"/>
                </a:solidFill>
                <a:latin typeface="Karla"/>
                <a:sym typeface="Karla"/>
              </a:rPr>
              <a:t> e di componenti modulari riutilizzabili (</a:t>
            </a:r>
            <a:r>
              <a:rPr lang="it-IT" sz="1600" dirty="0" err="1">
                <a:solidFill>
                  <a:schemeClr val="dk1"/>
                </a:solidFill>
                <a:latin typeface="Karla"/>
                <a:sym typeface="Karla"/>
              </a:rPr>
              <a:t>NoteCard</a:t>
            </a:r>
            <a:r>
              <a:rPr lang="it-IT" sz="1600" dirty="0">
                <a:solidFill>
                  <a:schemeClr val="dk1"/>
                </a:solidFill>
                <a:latin typeface="Karla"/>
                <a:sym typeface="Karla"/>
              </a:rPr>
              <a:t>, </a:t>
            </a:r>
            <a:r>
              <a:rPr lang="it-IT" sz="1600" dirty="0" err="1">
                <a:solidFill>
                  <a:schemeClr val="dk1"/>
                </a:solidFill>
                <a:latin typeface="Karla"/>
                <a:sym typeface="Karla"/>
              </a:rPr>
              <a:t>AlertCard</a:t>
            </a:r>
            <a:r>
              <a:rPr lang="it-IT" sz="1600" dirty="0">
                <a:solidFill>
                  <a:schemeClr val="dk1"/>
                </a:solidFill>
                <a:latin typeface="Karla"/>
                <a:sym typeface="Karla"/>
              </a:rPr>
              <a:t>, Chip, Avatar, …) ottimizzati per </a:t>
            </a:r>
            <a:r>
              <a:rPr lang="it-IT" sz="1600">
                <a:solidFill>
                  <a:schemeClr val="dk1"/>
                </a:solidFill>
                <a:latin typeface="Karla"/>
                <a:sym typeface="Karla"/>
              </a:rPr>
              <a:t>il touch</a:t>
            </a:r>
            <a:endParaRPr lang="it-IT" sz="1600" dirty="0">
              <a:solidFill>
                <a:schemeClr val="dk1"/>
              </a:solidFill>
              <a:latin typeface="Karla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B560137-30AF-4822-295A-EAFB9857A99F}"/>
              </a:ext>
            </a:extLst>
          </p:cNvPr>
          <p:cNvSpPr txBox="1"/>
          <p:nvPr/>
        </p:nvSpPr>
        <p:spPr>
          <a:xfrm>
            <a:off x="4948630" y="1334161"/>
            <a:ext cx="3006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i="1" dirty="0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Client-Server disaccoppiata </a:t>
            </a:r>
            <a:endParaRPr lang="it-IT" sz="1600" b="1" i="1" dirty="0">
              <a:solidFill>
                <a:schemeClr val="bg2">
                  <a:lumMod val="75000"/>
                </a:schemeClr>
              </a:solidFill>
              <a:latin typeface="Karla"/>
              <a:sym typeface="Karla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A4ECF405-E9EF-C744-9562-D207492EA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01975" y="1226291"/>
            <a:ext cx="540000" cy="54000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544F0DD5-4C62-168F-B0BF-84AFD42E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85" y="2000203"/>
            <a:ext cx="900000" cy="900000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6AB1D6BC-B430-79D5-90E1-61F7957E0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359423">
            <a:off x="4265974" y="2896163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0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475D9A4B-DDD6-DD10-3689-DB04529E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8E63B13F-C6A9-29CF-7B46-AB7913444A4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b="1" dirty="0"/>
              <a:t>Routing</a:t>
            </a:r>
            <a:endParaRPr dirty="0"/>
          </a:p>
        </p:txBody>
      </p:sp>
      <p:sp>
        <p:nvSpPr>
          <p:cNvPr id="5" name="Google Shape;595;p62">
            <a:extLst>
              <a:ext uri="{FF2B5EF4-FFF2-40B4-BE49-F238E27FC236}">
                <a16:creationId xmlns:a16="http://schemas.microsoft.com/office/drawing/2014/main" id="{2DCCCF88-880E-6622-7CAD-11BD13C0084A}"/>
              </a:ext>
            </a:extLst>
          </p:cNvPr>
          <p:cNvSpPr txBox="1">
            <a:spLocks/>
          </p:cNvSpPr>
          <p:nvPr/>
        </p:nvSpPr>
        <p:spPr>
          <a:xfrm>
            <a:off x="2016989" y="3187360"/>
            <a:ext cx="5109230" cy="1246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SzPts val="1100"/>
            </a:pPr>
            <a:r>
              <a:rPr lang="it-IT" dirty="0">
                <a:ea typeface="Arial"/>
                <a:cs typeface="Arial"/>
                <a:sym typeface="Arial"/>
              </a:rPr>
              <a:t>Implementazione di </a:t>
            </a:r>
            <a:r>
              <a:rPr lang="it-IT" b="1" dirty="0" err="1">
                <a:solidFill>
                  <a:schemeClr val="bg2">
                    <a:lumMod val="75000"/>
                  </a:schemeClr>
                </a:solidFill>
                <a:ea typeface="Arial"/>
                <a:cs typeface="Arial"/>
                <a:sym typeface="Arial"/>
              </a:rPr>
              <a:t>ngrok</a:t>
            </a:r>
            <a:r>
              <a:rPr lang="it-IT" dirty="0">
                <a:ea typeface="Arial"/>
                <a:cs typeface="Arial"/>
                <a:sym typeface="Arial"/>
              </a:rPr>
              <a:t> per creare un tunnel criptato e sicuro, esponendo le porte locali direttamente su internet tramite un URL pubblico temporaneo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91CE32-9739-C145-288F-E080E4783103}"/>
              </a:ext>
            </a:extLst>
          </p:cNvPr>
          <p:cNvSpPr txBox="1"/>
          <p:nvPr/>
        </p:nvSpPr>
        <p:spPr>
          <a:xfrm>
            <a:off x="1405494" y="1156348"/>
            <a:ext cx="633222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Aft>
                <a:spcPts val="200"/>
              </a:spcAft>
              <a:buSzPts val="1100"/>
            </a:pPr>
            <a:r>
              <a:rPr lang="it-IT" dirty="0">
                <a:solidFill>
                  <a:schemeClr val="bg2">
                    <a:lumMod val="75000"/>
                  </a:schemeClr>
                </a:solidFill>
                <a:latin typeface="Karla"/>
              </a:rPr>
              <a:t>Come far comunicare uno smartphone (su rete esterna) </a:t>
            </a:r>
          </a:p>
          <a:p>
            <a:pPr marL="0" indent="0" algn="ctr">
              <a:spcAft>
                <a:spcPts val="200"/>
              </a:spcAft>
              <a:buSzPts val="1100"/>
            </a:pPr>
            <a:r>
              <a:rPr lang="it-IT" dirty="0">
                <a:solidFill>
                  <a:schemeClr val="bg2">
                    <a:lumMod val="75000"/>
                  </a:schemeClr>
                </a:solidFill>
                <a:latin typeface="Karla"/>
              </a:rPr>
              <a:t>con un server e un modello IA in esecuzione </a:t>
            </a:r>
          </a:p>
          <a:p>
            <a:pPr marL="0" indent="0" algn="ctr">
              <a:spcAft>
                <a:spcPts val="1200"/>
              </a:spcAft>
              <a:buSzPts val="1100"/>
            </a:pPr>
            <a:r>
              <a:rPr lang="it-IT" dirty="0">
                <a:solidFill>
                  <a:schemeClr val="bg2">
                    <a:lumMod val="75000"/>
                  </a:schemeClr>
                </a:solidFill>
                <a:latin typeface="Karla"/>
              </a:rPr>
              <a:t>sul </a:t>
            </a:r>
            <a:r>
              <a:rPr lang="it-IT" dirty="0" err="1">
                <a:solidFill>
                  <a:schemeClr val="bg2">
                    <a:lumMod val="75000"/>
                  </a:schemeClr>
                </a:solidFill>
                <a:latin typeface="Karla"/>
              </a:rPr>
              <a:t>localhost</a:t>
            </a:r>
            <a:r>
              <a:rPr lang="it-IT" dirty="0">
                <a:solidFill>
                  <a:schemeClr val="bg2">
                    <a:lumMod val="75000"/>
                  </a:schemeClr>
                </a:solidFill>
                <a:latin typeface="Karla"/>
              </a:rPr>
              <a:t> del computer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D660E24-778D-AB49-957F-280AAA0CE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219" y="1090762"/>
            <a:ext cx="720000" cy="720000"/>
          </a:xfrm>
          <a:prstGeom prst="rect">
            <a:avLst/>
          </a:prstGeom>
        </p:spPr>
      </p:pic>
      <p:pic>
        <p:nvPicPr>
          <p:cNvPr id="12" name="Immagine 11" descr="Raycast Store: Ngrok">
            <a:extLst>
              <a:ext uri="{FF2B5EF4-FFF2-40B4-BE49-F238E27FC236}">
                <a16:creationId xmlns:a16="http://schemas.microsoft.com/office/drawing/2014/main" id="{99E99418-BFE8-69D0-C6FB-B051DBFFC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604" y="2116834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4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ABA2550E-6B7D-4FA7-275F-4548D1E9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2">
            <a:extLst>
              <a:ext uri="{FF2B5EF4-FFF2-40B4-BE49-F238E27FC236}">
                <a16:creationId xmlns:a16="http://schemas.microsoft.com/office/drawing/2014/main" id="{044EFD32-FD5D-CACD-2083-D896C1B6D6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82235" y="1942161"/>
            <a:ext cx="3179480" cy="11891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SzPts val="1100"/>
            </a:pPr>
            <a:r>
              <a:rPr lang="it-IT" sz="1400" b="1" dirty="0"/>
              <a:t>Il Server (Django + </a:t>
            </a:r>
            <a:r>
              <a:rPr lang="it-IT" sz="1400" b="1" dirty="0" err="1"/>
              <a:t>PostgreSQL</a:t>
            </a:r>
            <a:r>
              <a:rPr lang="it-IT" sz="1400" b="1" dirty="0"/>
              <a:t>)</a:t>
            </a:r>
          </a:p>
          <a:p>
            <a:pPr marL="0" lvl="0" indent="0">
              <a:spcAft>
                <a:spcPts val="1200"/>
              </a:spcAft>
              <a:buSzPts val="1100"/>
            </a:pPr>
            <a:r>
              <a:rPr lang="it-IT" sz="1400" dirty="0"/>
              <a:t>Il </a:t>
            </a:r>
            <a:r>
              <a:rPr lang="it-IT" sz="1400" dirty="0" err="1"/>
              <a:t>backend</a:t>
            </a:r>
            <a:r>
              <a:rPr lang="it-IT" sz="1400" dirty="0"/>
              <a:t> ha subito un profondo </a:t>
            </a:r>
            <a:r>
              <a:rPr lang="it-IT" sz="1400" dirty="0" err="1"/>
              <a:t>refactoring</a:t>
            </a:r>
            <a:r>
              <a:rPr lang="it-IT" sz="1400" dirty="0"/>
              <a:t> per migliorare manutenibilità</a:t>
            </a:r>
            <a:endParaRPr sz="1400" dirty="0"/>
          </a:p>
        </p:txBody>
      </p:sp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E2CE3591-C613-1D8C-2072-91F3C36B5C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Refactoring</a:t>
            </a:r>
            <a:endParaRPr dirty="0"/>
          </a:p>
        </p:txBody>
      </p:sp>
      <p:sp>
        <p:nvSpPr>
          <p:cNvPr id="5" name="Google Shape;595;p62">
            <a:extLst>
              <a:ext uri="{FF2B5EF4-FFF2-40B4-BE49-F238E27FC236}">
                <a16:creationId xmlns:a16="http://schemas.microsoft.com/office/drawing/2014/main" id="{7ACFB4FF-C1D0-2A22-46D5-D9E84D2B923A}"/>
              </a:ext>
            </a:extLst>
          </p:cNvPr>
          <p:cNvSpPr txBox="1">
            <a:spLocks/>
          </p:cNvSpPr>
          <p:nvPr/>
        </p:nvSpPr>
        <p:spPr>
          <a:xfrm>
            <a:off x="1072480" y="3442522"/>
            <a:ext cx="3339475" cy="103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SzPts val="1100"/>
            </a:pPr>
            <a:r>
              <a:rPr lang="it-IT" sz="1400" dirty="0"/>
              <a:t>Il codice sorgente è stato suddiviso in </a:t>
            </a:r>
            <a:r>
              <a:rPr lang="it-IT" sz="1400" b="1" dirty="0">
                <a:solidFill>
                  <a:schemeClr val="bg2">
                    <a:lumMod val="75000"/>
                  </a:schemeClr>
                </a:solidFill>
              </a:rPr>
              <a:t>moduli logici distinti</a:t>
            </a:r>
            <a:r>
              <a:rPr lang="it-IT" sz="1400" dirty="0"/>
              <a:t> (</a:t>
            </a:r>
            <a:r>
              <a:rPr lang="it-IT" sz="1400" dirty="0" err="1"/>
              <a:t>auth_views</a:t>
            </a:r>
            <a:r>
              <a:rPr lang="it-IT" sz="1400" dirty="0"/>
              <a:t>, </a:t>
            </a:r>
            <a:r>
              <a:rPr lang="it-IT" sz="1400" dirty="0" err="1"/>
              <a:t>doctor_views</a:t>
            </a:r>
            <a:r>
              <a:rPr lang="it-IT" sz="1400" dirty="0"/>
              <a:t>, </a:t>
            </a:r>
            <a:r>
              <a:rPr lang="it-IT" sz="1400" dirty="0" err="1"/>
              <a:t>patient_views</a:t>
            </a:r>
            <a:r>
              <a:rPr lang="it-IT" sz="1400" dirty="0"/>
              <a:t>, </a:t>
            </a:r>
            <a:r>
              <a:rPr lang="it-IT" sz="1400" dirty="0" err="1"/>
              <a:t>utils</a:t>
            </a:r>
            <a:r>
              <a:rPr lang="it-IT" sz="1400" dirty="0"/>
              <a:t>, …)</a:t>
            </a:r>
          </a:p>
        </p:txBody>
      </p:sp>
      <p:sp>
        <p:nvSpPr>
          <p:cNvPr id="11" name="Google Shape;595;p62">
            <a:extLst>
              <a:ext uri="{FF2B5EF4-FFF2-40B4-BE49-F238E27FC236}">
                <a16:creationId xmlns:a16="http://schemas.microsoft.com/office/drawing/2014/main" id="{F4B0BD1C-FFBE-1C16-9E95-445C9B46DBD6}"/>
              </a:ext>
            </a:extLst>
          </p:cNvPr>
          <p:cNvSpPr txBox="1">
            <a:spLocks/>
          </p:cNvSpPr>
          <p:nvPr/>
        </p:nvSpPr>
        <p:spPr>
          <a:xfrm>
            <a:off x="4815842" y="3442522"/>
            <a:ext cx="3179480" cy="103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SzPts val="1100"/>
            </a:pPr>
            <a:r>
              <a:rPr lang="it-IT" sz="1400" dirty="0"/>
              <a:t>Le funzioni sono state interamente riscritte per agire come endpoint, restituendo esclusivamente oggetti </a:t>
            </a:r>
            <a:r>
              <a:rPr lang="it-IT" sz="1400" b="1" dirty="0">
                <a:solidFill>
                  <a:schemeClr val="bg2">
                    <a:lumMod val="75000"/>
                  </a:schemeClr>
                </a:solidFill>
              </a:rPr>
              <a:t>JSON</a:t>
            </a:r>
            <a:r>
              <a:rPr lang="it-IT" sz="1400" dirty="0"/>
              <a:t> al nuovo </a:t>
            </a:r>
            <a:r>
              <a:rPr lang="it-IT" sz="1400" dirty="0" err="1"/>
              <a:t>frontend</a:t>
            </a:r>
            <a:endParaRPr lang="it-IT" sz="1400" dirty="0"/>
          </a:p>
        </p:txBody>
      </p:sp>
      <p:pic>
        <p:nvPicPr>
          <p:cNvPr id="1035" name="Picture 11" descr="Django line logo - free Icon PNG, SVG">
            <a:extLst>
              <a:ext uri="{FF2B5EF4-FFF2-40B4-BE49-F238E27FC236}">
                <a16:creationId xmlns:a16="http://schemas.microsoft.com/office/drawing/2014/main" id="{D99C86B0-5732-F914-E192-A0C983DCF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577" y="111220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Download PostgreSQL Logo in SVG Vector or PNG File Format - Logo.wine">
            <a:extLst>
              <a:ext uri="{FF2B5EF4-FFF2-40B4-BE49-F238E27FC236}">
                <a16:creationId xmlns:a16="http://schemas.microsoft.com/office/drawing/2014/main" id="{E7D4F75F-A8FD-ABC0-F649-E50E1441A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975" y="1112200"/>
            <a:ext cx="135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8725C2A-DF7F-E368-063C-9D7E1DCE5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141349">
            <a:off x="5761889" y="2705004"/>
            <a:ext cx="612000" cy="612000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E4B2B0CA-E4C0-CEF5-7EBE-B21E34D4B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458651" flipH="1">
            <a:off x="2676234" y="2705003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4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B5A53119-E206-2543-9FAA-02B1D2E7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E9E16767-5756-47B3-1AF5-CEDA7CFBC1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Intelligenza Artificiale</a:t>
            </a:r>
            <a:endParaRPr dirty="0"/>
          </a:p>
        </p:txBody>
      </p:sp>
      <p:sp>
        <p:nvSpPr>
          <p:cNvPr id="7" name="Google Shape;595;p62">
            <a:extLst>
              <a:ext uri="{FF2B5EF4-FFF2-40B4-BE49-F238E27FC236}">
                <a16:creationId xmlns:a16="http://schemas.microsoft.com/office/drawing/2014/main" id="{6994CA69-9C29-2F03-D019-5C5E058138A9}"/>
              </a:ext>
            </a:extLst>
          </p:cNvPr>
          <p:cNvSpPr txBox="1">
            <a:spLocks/>
          </p:cNvSpPr>
          <p:nvPr/>
        </p:nvSpPr>
        <p:spPr>
          <a:xfrm>
            <a:off x="2656977" y="2662729"/>
            <a:ext cx="3829995" cy="151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None/>
              <a:defRPr sz="16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>
              <a:spcAft>
                <a:spcPts val="1200"/>
              </a:spcAft>
              <a:buSzPts val="1100"/>
            </a:pPr>
            <a:r>
              <a:rPr lang="it-IT" dirty="0"/>
              <a:t>Mantenuto il modello </a:t>
            </a:r>
            <a:r>
              <a:rPr lang="it-IT" b="1" dirty="0" err="1"/>
              <a:t>Llama</a:t>
            </a:r>
            <a:r>
              <a:rPr lang="it-IT" b="1" dirty="0"/>
              <a:t> 3.1:8B</a:t>
            </a:r>
            <a:r>
              <a:rPr lang="it-IT" dirty="0"/>
              <a:t>, eseguito interamente in locale tramite </a:t>
            </a:r>
            <a:r>
              <a:rPr lang="it-IT" b="1" dirty="0" err="1"/>
              <a:t>Ollama</a:t>
            </a:r>
            <a:r>
              <a:rPr lang="it-IT" dirty="0"/>
              <a:t> per garantire la massima privacy</a:t>
            </a:r>
          </a:p>
        </p:txBody>
      </p:sp>
      <p:pic>
        <p:nvPicPr>
          <p:cNvPr id="1041" name="Picture 17" descr="Ollama Logo PNG HD Download With Transparent Background | PNGHDPro">
            <a:extLst>
              <a:ext uri="{FF2B5EF4-FFF2-40B4-BE49-F238E27FC236}">
                <a16:creationId xmlns:a16="http://schemas.microsoft.com/office/drawing/2014/main" id="{81BB99D5-3768-B5A4-2E1E-ED7E737D6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435" y="825850"/>
            <a:ext cx="2373080" cy="2373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42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E570599A-4560-37F2-F73D-3CBBA2FD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49ECD714-01AD-D7A1-21DA-A3661AA60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9EB1A7B1-9BE2-147E-C347-49430B7260E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097D060-1512-D4F5-8770-44992A285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1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>
          <a:extLst>
            <a:ext uri="{FF2B5EF4-FFF2-40B4-BE49-F238E27FC236}">
              <a16:creationId xmlns:a16="http://schemas.microsoft.com/office/drawing/2014/main" id="{FD7061DC-97AE-9B19-54A1-2B167C1D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8">
            <a:extLst>
              <a:ext uri="{FF2B5EF4-FFF2-40B4-BE49-F238E27FC236}">
                <a16:creationId xmlns:a16="http://schemas.microsoft.com/office/drawing/2014/main" id="{9A130845-D12E-A60D-DF98-C5358658DAD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Come abbiamo validato il sistema</a:t>
            </a:r>
            <a:endParaRPr dirty="0"/>
          </a:p>
        </p:txBody>
      </p:sp>
      <p:sp>
        <p:nvSpPr>
          <p:cNvPr id="9" name="Google Shape;881;p79">
            <a:extLst>
              <a:ext uri="{FF2B5EF4-FFF2-40B4-BE49-F238E27FC236}">
                <a16:creationId xmlns:a16="http://schemas.microsoft.com/office/drawing/2014/main" id="{17F181B3-F4F7-296C-B461-EE3D55ADC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1789" y="1833651"/>
            <a:ext cx="2394875" cy="7516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600" b="1" dirty="0">
                <a:solidFill>
                  <a:schemeClr val="bg2">
                    <a:lumMod val="75000"/>
                  </a:schemeClr>
                </a:solidFill>
                <a:latin typeface="Karla"/>
                <a:ea typeface="Karla"/>
                <a:cs typeface="Karla"/>
                <a:sym typeface="Karla"/>
              </a:rPr>
              <a:t>Ambiente Virtuale (Emulatore)</a:t>
            </a:r>
            <a:endParaRPr sz="1600" b="1" dirty="0">
              <a:solidFill>
                <a:schemeClr val="bg2">
                  <a:lumMod val="75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883;p79">
            <a:extLst>
              <a:ext uri="{FF2B5EF4-FFF2-40B4-BE49-F238E27FC236}">
                <a16:creationId xmlns:a16="http://schemas.microsoft.com/office/drawing/2014/main" id="{B7706088-75DD-93BC-68B5-DD92D58A6B4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4767096" y="1923107"/>
            <a:ext cx="279465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it-IT" sz="1600" b="1" dirty="0">
                <a:solidFill>
                  <a:schemeClr val="bg2">
                    <a:lumMod val="75000"/>
                  </a:schemeClr>
                </a:solidFill>
                <a:latin typeface="Karla"/>
                <a:ea typeface="Karla"/>
                <a:cs typeface="Karla"/>
              </a:rPr>
              <a:t>Ambiente Fisico (Smartphone Reale)</a:t>
            </a:r>
            <a:endParaRPr sz="1600" b="1" dirty="0">
              <a:solidFill>
                <a:schemeClr val="bg2">
                  <a:lumMod val="75000"/>
                </a:schemeClr>
              </a:solidFill>
              <a:latin typeface="Karla"/>
              <a:ea typeface="Karla"/>
              <a:cs typeface="Karla"/>
            </a:endParaRPr>
          </a:p>
        </p:txBody>
      </p:sp>
      <p:pic>
        <p:nvPicPr>
          <p:cNvPr id="3074" name="Picture 2" descr="Android Studio Icon SVG Vector &amp; PNG Free Download | UXWing">
            <a:extLst>
              <a:ext uri="{FF2B5EF4-FFF2-40B4-BE49-F238E27FC236}">
                <a16:creationId xmlns:a16="http://schemas.microsoft.com/office/drawing/2014/main" id="{1380C640-884A-F917-8981-69534BAC3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25" y="1572701"/>
            <a:ext cx="1260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76AE699-1C3E-2978-443C-5DC95CDD4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767" y="1709406"/>
            <a:ext cx="900000" cy="900000"/>
          </a:xfrm>
          <a:prstGeom prst="rect">
            <a:avLst/>
          </a:prstGeom>
        </p:spPr>
      </p:pic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8C433664-51A1-ED6B-9814-57EC4CF486C7}"/>
              </a:ext>
            </a:extLst>
          </p:cNvPr>
          <p:cNvSpPr txBox="1"/>
          <p:nvPr/>
        </p:nvSpPr>
        <p:spPr>
          <a:xfrm>
            <a:off x="1584260" y="2571750"/>
            <a:ext cx="26499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dk1"/>
                </a:solidFill>
                <a:latin typeface="Karla"/>
                <a:sym typeface="Karla"/>
              </a:rPr>
              <a:t>Utilizzo dell'emulatore ufficiale di Android Studio. Test dell'interfaccia su diverse dimensioni di schermo e versioni del sistema operativo Android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D32CB2B6-13AD-1D60-E17F-B555C25F6597}"/>
              </a:ext>
            </a:extLst>
          </p:cNvPr>
          <p:cNvSpPr txBox="1"/>
          <p:nvPr/>
        </p:nvSpPr>
        <p:spPr>
          <a:xfrm>
            <a:off x="4714809" y="2571749"/>
            <a:ext cx="28992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dk1"/>
                </a:solidFill>
                <a:latin typeface="Karla"/>
              </a:rPr>
              <a:t>Installazione dell'app su un dispositivo Android fisico. Verifica della corretta comunicazione con il </a:t>
            </a:r>
            <a:r>
              <a:rPr lang="it-IT" dirty="0" err="1">
                <a:solidFill>
                  <a:schemeClr val="dk1"/>
                </a:solidFill>
                <a:latin typeface="Karla"/>
              </a:rPr>
              <a:t>backend</a:t>
            </a:r>
            <a:r>
              <a:rPr lang="it-IT" dirty="0">
                <a:solidFill>
                  <a:schemeClr val="dk1"/>
                </a:solidFill>
                <a:latin typeface="Karla"/>
              </a:rPr>
              <a:t> Django e il modello LLM sotto rete esterna (es. 4G/5G)</a:t>
            </a:r>
          </a:p>
        </p:txBody>
      </p:sp>
    </p:spTree>
    <p:extLst>
      <p:ext uri="{BB962C8B-B14F-4D97-AF65-F5344CB8AC3E}">
        <p14:creationId xmlns:p14="http://schemas.microsoft.com/office/powerpoint/2010/main" val="90264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F00299E3-0ABB-6D49-835E-E2FA3715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450DD14D-78DC-9A77-ACD6-0E29C2952F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Applicazione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472A6F83-BC07-B7BA-118A-7007DB5F79E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BB8E867-BF0A-90EE-A72C-0F88D6A46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8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69A3E16C-1448-7738-A64C-04683E90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AE18071-48F0-3FDF-3F6A-0B3FC43C11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470" y="1183005"/>
            <a:ext cx="1663700" cy="3600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91A836A-8C40-3A07-28A0-4BDF59CB6F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112" y="1183005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Connettore curvo 7">
            <a:extLst>
              <a:ext uri="{FF2B5EF4-FFF2-40B4-BE49-F238E27FC236}">
                <a16:creationId xmlns:a16="http://schemas.microsoft.com/office/drawing/2014/main" id="{D2496073-266A-055A-6256-C5420F776D47}"/>
              </a:ext>
            </a:extLst>
          </p:cNvPr>
          <p:cNvCxnSpPr/>
          <p:nvPr/>
        </p:nvCxnSpPr>
        <p:spPr>
          <a:xfrm flipV="1">
            <a:off x="3878580" y="2255520"/>
            <a:ext cx="1181100" cy="1097280"/>
          </a:xfrm>
          <a:prstGeom prst="curved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62F318EB-C666-9AC1-C421-B3D7A5996D37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11293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4B5661F4-0B20-F192-1EF3-89234FFD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BAA0AD8-747E-D04F-E6BB-3290317F71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670" y="1343660"/>
            <a:ext cx="1663700" cy="36004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Connettore curvo 7">
            <a:extLst>
              <a:ext uri="{FF2B5EF4-FFF2-40B4-BE49-F238E27FC236}">
                <a16:creationId xmlns:a16="http://schemas.microsoft.com/office/drawing/2014/main" id="{8FBE352C-22E0-A534-3782-1921878A8861}"/>
              </a:ext>
            </a:extLst>
          </p:cNvPr>
          <p:cNvCxnSpPr/>
          <p:nvPr/>
        </p:nvCxnSpPr>
        <p:spPr>
          <a:xfrm flipV="1">
            <a:off x="3054350" y="2701290"/>
            <a:ext cx="1181100" cy="1097280"/>
          </a:xfrm>
          <a:prstGeom prst="curved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ACFBD6C9-8144-A2FF-0040-EFA9105924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450" y="134366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0976F67-F803-679F-586D-3C5C08721A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010" y="134366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709;p68">
            <a:extLst>
              <a:ext uri="{FF2B5EF4-FFF2-40B4-BE49-F238E27FC236}">
                <a16:creationId xmlns:a16="http://schemas.microsoft.com/office/drawing/2014/main" id="{50076C36-F6B0-DF0A-BAA3-FD3C699F1DCB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Registrazione</a:t>
            </a:r>
          </a:p>
        </p:txBody>
      </p:sp>
    </p:spTree>
    <p:extLst>
      <p:ext uri="{BB962C8B-B14F-4D97-AF65-F5344CB8AC3E}">
        <p14:creationId xmlns:p14="http://schemas.microsoft.com/office/powerpoint/2010/main" val="2214448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4E50AC4A-5B33-1452-AA26-EFC8F3FA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F4B1A445-F153-B532-1A4E-95ABB2874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Paziente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F0618202-0040-42F0-9840-87A999559E6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04.1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711D23D-4CDC-DCB6-9AE5-D95D473B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96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F65AC607-7BE6-F624-836F-F7671FEB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CB7DC2FD-8565-9160-19D9-2E170ED202CA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Diario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6D46408-F3FA-2407-9BA1-61A851DB8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25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99FD720-98E6-09F8-343A-C2301991F3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DBA818F-564D-2757-519C-5B66BFB3F6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75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Connettore curvo 9">
            <a:extLst>
              <a:ext uri="{FF2B5EF4-FFF2-40B4-BE49-F238E27FC236}">
                <a16:creationId xmlns:a16="http://schemas.microsoft.com/office/drawing/2014/main" id="{84EEBE02-B93F-FB94-9753-0D81972DADBD}"/>
              </a:ext>
            </a:extLst>
          </p:cNvPr>
          <p:cNvCxnSpPr>
            <a:cxnSpLocks/>
          </p:cNvCxnSpPr>
          <p:nvPr/>
        </p:nvCxnSpPr>
        <p:spPr>
          <a:xfrm flipV="1">
            <a:off x="2918460" y="2423160"/>
            <a:ext cx="1181100" cy="1173480"/>
          </a:xfrm>
          <a:prstGeom prst="curved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449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C68DB9FE-A1B0-AFF8-5A3F-FB402FBF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F90DF6D5-EAAA-A75E-FAF2-3F51D2C9DC31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Profili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A646CB6-1AF8-7928-2108-CA511F947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30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5F3EB48-CFF4-0164-3CA1-D024D582EA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872" y="111219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451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EB3FCA74-3B9C-C5A8-E785-30F7AAAF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0DC70106-261D-2DF1-E17F-8E154ACA3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Medico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F886A968-B8F7-CFE3-94F4-6FA90A5048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04.2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400307A-38A2-8710-D3C0-E9C97A242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69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AF7689AD-FD1E-92C8-0080-BFF45AB8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55D380F5-33F6-44A4-04B1-9F0D5E60A4BD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Elenco Pazienti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2E9C41F-319C-0710-2864-C46224FD00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91" y="111219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EF56C60-8019-0A20-68C1-BEBF64FB1C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610" y="111219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Connettore curvo 6">
            <a:extLst>
              <a:ext uri="{FF2B5EF4-FFF2-40B4-BE49-F238E27FC236}">
                <a16:creationId xmlns:a16="http://schemas.microsoft.com/office/drawing/2014/main" id="{0CDD4544-B0E3-6593-0E5D-02730299E30E}"/>
              </a:ext>
            </a:extLst>
          </p:cNvPr>
          <p:cNvCxnSpPr/>
          <p:nvPr/>
        </p:nvCxnSpPr>
        <p:spPr>
          <a:xfrm flipV="1">
            <a:off x="3451860" y="1638300"/>
            <a:ext cx="1682750" cy="1150620"/>
          </a:xfrm>
          <a:prstGeom prst="curved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6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1684C5D4-986E-D194-0D36-493843E8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D3D58E62-6547-727F-DC10-4C7E756ACBA6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Nota Paziente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69340C4-B6DB-D8F2-9149-5F8496F8FF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30" y="106267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FD49F56-BFB0-8FF6-88FF-B9A14B2571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770" y="106267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C35D024-8EE1-18C4-5288-A1BDF0FB7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710" y="106267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AB4CB3A-E16B-F0C1-765C-A17D018A2C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650" y="106266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Connettore curvo 9">
            <a:extLst>
              <a:ext uri="{FF2B5EF4-FFF2-40B4-BE49-F238E27FC236}">
                <a16:creationId xmlns:a16="http://schemas.microsoft.com/office/drawing/2014/main" id="{B50D9837-5888-C84C-38F6-63FCB4BA38FD}"/>
              </a:ext>
            </a:extLst>
          </p:cNvPr>
          <p:cNvCxnSpPr>
            <a:cxnSpLocks/>
          </p:cNvCxnSpPr>
          <p:nvPr/>
        </p:nvCxnSpPr>
        <p:spPr>
          <a:xfrm>
            <a:off x="1744980" y="1798320"/>
            <a:ext cx="1501140" cy="1188720"/>
          </a:xfrm>
          <a:prstGeom prst="curvedConnector3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596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BE0824B1-45DE-27A1-76AC-B25593221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33DF89AD-5C36-317F-68E0-6EBDC4553A3D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Riassunto caso clinico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36777C2-27F8-9065-A07B-6FA639AEA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25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3145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8CAFCD6A-06DE-4F6C-E2BE-BC8A8EBC4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12C74D22-745D-C182-E3C2-75E9194922C4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Statistiche Paziente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8B1B1A5-105E-AC5E-39EB-44D546D9BD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890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CCC3DD3-DF2F-D372-E9D3-E659538CAE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12" y="111219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2426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9318FC08-09DC-FCD4-3300-EF1BD592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2131D03E-7640-D9F1-AFFB-92DFC9BB5BBE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Statistiche Paziente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F8BDD11-B407-3BB8-DAA6-1AF490AFC9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30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4F5EC4F-FAE3-7A74-58BA-33FC160EC2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25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A163B9A-14D1-503B-6B54-9A29C25269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520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531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E67C7515-BA3C-9E11-DC86-4164D9E0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36D08634-D348-727B-09EB-35A349FCCF1C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Profilo Medico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D615621-8670-C3C0-6D49-A6F7E47659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25" y="1112200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076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82EFD0C7-599A-ECF0-6A96-A117E9CF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709;p68">
            <a:extLst>
              <a:ext uri="{FF2B5EF4-FFF2-40B4-BE49-F238E27FC236}">
                <a16:creationId xmlns:a16="http://schemas.microsoft.com/office/drawing/2014/main" id="{94E8F5A4-0D43-CEAB-46FA-8CB9A7D93F7F}"/>
              </a:ext>
            </a:extLst>
          </p:cNvPr>
          <p:cNvSpPr txBox="1">
            <a:spLocks/>
          </p:cNvSpPr>
          <p:nvPr/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it-IT" dirty="0"/>
              <a:t>Modifica Parametri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FB835C1-54F2-B983-C964-DDB317C241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112199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DF52D6F-3ADC-A7DC-9F67-E106F6A89D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2" y="1112198"/>
            <a:ext cx="1663700" cy="35998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712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2A42C762-94F0-8049-CEBF-D405F9FA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585E7D8D-5754-37F4-8094-5BB25E572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Questionari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383A69A5-9D26-D988-1AE1-3A4F4AAD51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CCEF180-8FD7-9DF1-04EA-0CDBA05FA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98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2CE8B218-119B-A360-45C0-C68017E3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878C5688-5AFC-8315-32DC-A8C58DEBD37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Misurare l'usabilità con i professionisti</a:t>
            </a:r>
            <a:endParaRPr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00F2FB-3EFB-5C26-5D1A-1E6521370CA3}"/>
              </a:ext>
            </a:extLst>
          </p:cNvPr>
          <p:cNvSpPr txBox="1"/>
          <p:nvPr/>
        </p:nvSpPr>
        <p:spPr>
          <a:xfrm>
            <a:off x="2162150" y="1065515"/>
            <a:ext cx="4819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Valutare l'efficacia e il reale impatto di </a:t>
            </a:r>
            <a:r>
              <a:rPr lang="it-IT" dirty="0" err="1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SoulDiaryConnect</a:t>
            </a:r>
            <a:endParaRPr lang="it-IT" dirty="0">
              <a:solidFill>
                <a:schemeClr val="bg2">
                  <a:lumMod val="75000"/>
                </a:schemeClr>
              </a:solidFill>
              <a:latin typeface="Karla"/>
              <a:sym typeface="Karla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7070461-0C30-64FE-7706-05A902502991}"/>
              </a:ext>
            </a:extLst>
          </p:cNvPr>
          <p:cNvSpPr txBox="1"/>
          <p:nvPr/>
        </p:nvSpPr>
        <p:spPr>
          <a:xfrm>
            <a:off x="2268830" y="1369837"/>
            <a:ext cx="4606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>
                <a:solidFill>
                  <a:schemeClr val="dk1"/>
                </a:solidFill>
                <a:latin typeface="Karla"/>
                <a:sym typeface="Karla"/>
              </a:rPr>
              <a:t>User Experience </a:t>
            </a:r>
            <a:r>
              <a:rPr lang="it-IT" sz="1200" dirty="0" err="1">
                <a:solidFill>
                  <a:schemeClr val="dk1"/>
                </a:solidFill>
                <a:latin typeface="Karla"/>
                <a:sym typeface="Karla"/>
              </a:rPr>
              <a:t>Questionnaire</a:t>
            </a:r>
            <a:r>
              <a:rPr lang="it-IT" sz="1200" dirty="0">
                <a:solidFill>
                  <a:schemeClr val="dk1"/>
                </a:solidFill>
                <a:latin typeface="Karla"/>
                <a:sym typeface="Karla"/>
              </a:rPr>
              <a:t> (</a:t>
            </a:r>
            <a:r>
              <a:rPr lang="it-IT" sz="1200" b="1" dirty="0">
                <a:solidFill>
                  <a:schemeClr val="bg2">
                    <a:lumMod val="75000"/>
                  </a:schemeClr>
                </a:solidFill>
                <a:latin typeface="Karla"/>
                <a:sym typeface="Karla"/>
              </a:rPr>
              <a:t>UEQ-Short</a:t>
            </a:r>
            <a:r>
              <a:rPr lang="it-IT" sz="1200" dirty="0">
                <a:solidFill>
                  <a:schemeClr val="dk1"/>
                </a:solidFill>
                <a:latin typeface="Karla"/>
                <a:sym typeface="Karla"/>
              </a:rPr>
              <a:t>): </a:t>
            </a:r>
          </a:p>
          <a:p>
            <a:pPr algn="ctr"/>
            <a:r>
              <a:rPr lang="it-IT" sz="1200">
                <a:solidFill>
                  <a:schemeClr val="dk1"/>
                </a:solidFill>
                <a:latin typeface="Karla"/>
                <a:sym typeface="Karla"/>
              </a:rPr>
              <a:t>Questionario standardizzato, </a:t>
            </a:r>
            <a:r>
              <a:rPr lang="it-IT" sz="1200" dirty="0">
                <a:solidFill>
                  <a:schemeClr val="dk1"/>
                </a:solidFill>
                <a:latin typeface="Karla"/>
                <a:sym typeface="Karla"/>
              </a:rPr>
              <a:t>basato su una scala a 5 punti con coppie di aggettivi opposti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DB4D62D-869C-F617-38DF-836E3E2B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44" y="2143212"/>
            <a:ext cx="2703786" cy="2460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46AEBC8B-9EDA-DA16-9B65-BA0B842D3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202" y="2309096"/>
            <a:ext cx="2805546" cy="2571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97CA5E1C-BD87-3996-E46B-97DDA491D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220" y="2366138"/>
            <a:ext cx="2793683" cy="16887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728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4094547F-3CED-F3FB-D079-A814DBCA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42BF28CC-D2F5-A5FD-F768-E875FC5D6B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Valutazione Impatto Clinico e Affidabilità IA</a:t>
            </a:r>
            <a:endParaRPr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EB9C39C-0D30-F30E-F8E6-4C1EF4CF0D40}"/>
              </a:ext>
            </a:extLst>
          </p:cNvPr>
          <p:cNvSpPr txBox="1"/>
          <p:nvPr/>
        </p:nvSpPr>
        <p:spPr>
          <a:xfrm>
            <a:off x="2536451" y="1112200"/>
            <a:ext cx="3846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dk1"/>
                </a:solidFill>
                <a:latin typeface="Karla"/>
              </a:rPr>
              <a:t>Misurare l'efficacia terapeutica e la sicurezza</a:t>
            </a:r>
            <a:endParaRPr lang="it-IT" dirty="0">
              <a:solidFill>
                <a:schemeClr val="dk1"/>
              </a:solidFill>
              <a:latin typeface="Karla"/>
              <a:sym typeface="Karla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F0D0318-75F4-B11F-350D-FCD9E11A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165" y="2265524"/>
            <a:ext cx="2301146" cy="226989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64C99BB-3BEE-1ABA-49EF-701E89697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575" y="1616320"/>
            <a:ext cx="2951794" cy="257175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2920DA6-2E01-43C8-2549-04A06439EBF6}"/>
              </a:ext>
            </a:extLst>
          </p:cNvPr>
          <p:cNvSpPr txBox="1"/>
          <p:nvPr/>
        </p:nvSpPr>
        <p:spPr>
          <a:xfrm>
            <a:off x="1756165" y="1957747"/>
            <a:ext cx="8992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tx2">
                    <a:lumMod val="50000"/>
                  </a:schemeClr>
                </a:solidFill>
                <a:latin typeface="Karla"/>
              </a:rPr>
              <a:t>Esempi</a:t>
            </a:r>
            <a:endParaRPr lang="it-IT" dirty="0">
              <a:solidFill>
                <a:schemeClr val="tx2">
                  <a:lumMod val="50000"/>
                </a:schemeClr>
              </a:solidFill>
              <a:latin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2608936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>
          <a:extLst>
            <a:ext uri="{FF2B5EF4-FFF2-40B4-BE49-F238E27FC236}">
              <a16:creationId xmlns:a16="http://schemas.microsoft.com/office/drawing/2014/main" id="{67F5E48E-A4C4-82B7-5548-5907BB53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>
            <a:extLst>
              <a:ext uri="{FF2B5EF4-FFF2-40B4-BE49-F238E27FC236}">
                <a16:creationId xmlns:a16="http://schemas.microsoft.com/office/drawing/2014/main" id="{BABE5DEC-7C62-F8CD-4B83-5BB058EAC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6450" y="2409795"/>
            <a:ext cx="48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Conclusioni</a:t>
            </a:r>
            <a:endParaRPr dirty="0"/>
          </a:p>
        </p:txBody>
      </p:sp>
      <p:sp>
        <p:nvSpPr>
          <p:cNvPr id="554" name="Google Shape;554;p59">
            <a:extLst>
              <a:ext uri="{FF2B5EF4-FFF2-40B4-BE49-F238E27FC236}">
                <a16:creationId xmlns:a16="http://schemas.microsoft.com/office/drawing/2014/main" id="{470E89D9-D5DE-D0BA-A1E5-70F610935E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334800" y="1047373"/>
            <a:ext cx="2474400" cy="13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A2DD74D-B3AB-E472-615F-943CC3142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23326" y="132367"/>
            <a:ext cx="799164" cy="81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77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ABE833E9-06FC-FE63-7419-2754A73B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2">
            <a:extLst>
              <a:ext uri="{FF2B5EF4-FFF2-40B4-BE49-F238E27FC236}">
                <a16:creationId xmlns:a16="http://schemas.microsoft.com/office/drawing/2014/main" id="{9D83C6F5-6705-5163-A617-B1427941B0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100"/>
            </a:pPr>
            <a:r>
              <a:rPr lang="it-IT" b="1" dirty="0"/>
              <a:t>Il futuro di </a:t>
            </a:r>
            <a:r>
              <a:rPr lang="it-IT" b="1" dirty="0" err="1"/>
              <a:t>SoulDiaryConnect</a:t>
            </a:r>
            <a:br>
              <a:rPr lang="it-IT" dirty="0"/>
            </a:br>
            <a:endParaRPr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907509-E992-D744-7F09-30037609BC46}"/>
              </a:ext>
            </a:extLst>
          </p:cNvPr>
          <p:cNvSpPr txBox="1"/>
          <p:nvPr/>
        </p:nvSpPr>
        <p:spPr>
          <a:xfrm>
            <a:off x="1781150" y="1500664"/>
            <a:ext cx="55816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dk1"/>
                </a:solidFill>
                <a:latin typeface="Karla"/>
              </a:rPr>
              <a:t>I dati e i feedback raccolti dai professionisti guideranno i prossimi sviluppi per migliorare i prompt di sistema, abbattere le allucinazioni e aumentare la precisione delle analisi cliniche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07F1B60-1D77-9886-9553-025F06F69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800" y="1419996"/>
            <a:ext cx="900000" cy="90000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1BD84DA-2D62-F6E1-BED7-1953EAFCA23D}"/>
              </a:ext>
            </a:extLst>
          </p:cNvPr>
          <p:cNvSpPr txBox="1"/>
          <p:nvPr/>
        </p:nvSpPr>
        <p:spPr>
          <a:xfrm>
            <a:off x="1352550" y="2301749"/>
            <a:ext cx="59264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/>
            <a:r>
              <a:rPr lang="it-IT" dirty="0">
                <a:solidFill>
                  <a:schemeClr val="dk1"/>
                </a:solidFill>
                <a:latin typeface="Karla"/>
              </a:rPr>
              <a:t>L'Intelligenza Artificiale </a:t>
            </a:r>
            <a:r>
              <a:rPr lang="it-IT" b="1" dirty="0">
                <a:solidFill>
                  <a:schemeClr val="bg2"/>
                </a:solidFill>
                <a:latin typeface="Karla"/>
              </a:rPr>
              <a:t>non</a:t>
            </a:r>
            <a:r>
              <a:rPr lang="it-IT" dirty="0">
                <a:solidFill>
                  <a:schemeClr val="dk1"/>
                </a:solidFill>
                <a:latin typeface="Karla"/>
              </a:rPr>
              <a:t> mira a sostituire la figura umana.</a:t>
            </a:r>
          </a:p>
          <a:p>
            <a:pPr marL="457200"/>
            <a:r>
              <a:rPr lang="it-IT" dirty="0">
                <a:solidFill>
                  <a:schemeClr val="dk1"/>
                </a:solidFill>
                <a:latin typeface="Karla"/>
              </a:rPr>
              <a:t>Si consolida come uno strumento tecnologico capace di rafforzare l'alleanza terapeutica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4950651F-24E0-A2C5-0250-EC3728CE1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330" y="2401081"/>
            <a:ext cx="540000" cy="5400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A4CB587-9E21-1C37-A421-358104C9CCB9}"/>
              </a:ext>
            </a:extLst>
          </p:cNvPr>
          <p:cNvSpPr txBox="1"/>
          <p:nvPr/>
        </p:nvSpPr>
        <p:spPr>
          <a:xfrm>
            <a:off x="1352550" y="3102834"/>
            <a:ext cx="60102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/>
            <a:r>
              <a:rPr lang="it-IT" dirty="0">
                <a:solidFill>
                  <a:schemeClr val="dk1"/>
                </a:solidFill>
                <a:latin typeface="Karla"/>
              </a:rPr>
              <a:t>Fornisce al medico aggiornamenti continui tra le sedute e fa sentire il paziente attivamente supportato in ogni fase del suo percorso di cura</a:t>
            </a:r>
          </a:p>
          <a:p>
            <a:pPr marL="457200" lvl="1"/>
            <a:endParaRPr lang="it-IT" dirty="0">
              <a:solidFill>
                <a:schemeClr val="dk1"/>
              </a:solidFill>
              <a:latin typeface="Karla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D380A4F7-5884-9354-5C7C-2F7B60625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999" y="370400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4146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Hepatitis Clinical Case by Slidesgo">
  <a:themeElements>
    <a:clrScheme name="Simple Light">
      <a:dk1>
        <a:srgbClr val="000000"/>
      </a:dk1>
      <a:lt1>
        <a:srgbClr val="FFFFFF"/>
      </a:lt1>
      <a:dk2>
        <a:srgbClr val="06688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547</Words>
  <Application>Microsoft Office PowerPoint</Application>
  <PresentationFormat>Presentazione su schermo (16:9)</PresentationFormat>
  <Paragraphs>91</Paragraphs>
  <Slides>31</Slides>
  <Notes>31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5" baseType="lpstr">
      <vt:lpstr>Arial</vt:lpstr>
      <vt:lpstr>DM Serif Display</vt:lpstr>
      <vt:lpstr>Karla</vt:lpstr>
      <vt:lpstr>Minimalist Hepatitis Clinical Case by Slidesgo</vt:lpstr>
      <vt:lpstr>SoulDiaryConnect App</vt:lpstr>
      <vt:lpstr>Table of contents</vt:lpstr>
      <vt:lpstr>Introduzione</vt:lpstr>
      <vt:lpstr>Le Origini del Progetto</vt:lpstr>
      <vt:lpstr>L'Evoluzione Mobile</vt:lpstr>
      <vt:lpstr>Progettazione e Sviluppo </vt:lpstr>
      <vt:lpstr>Architettura</vt:lpstr>
      <vt:lpstr>Routing</vt:lpstr>
      <vt:lpstr>Refactoring</vt:lpstr>
      <vt:lpstr>Intelligenza Artificiale</vt:lpstr>
      <vt:lpstr>Test</vt:lpstr>
      <vt:lpstr>Come abbiamo validato il sistema</vt:lpstr>
      <vt:lpstr>Applicazione</vt:lpstr>
      <vt:lpstr>Presentazione standard di PowerPoint</vt:lpstr>
      <vt:lpstr>Presentazione standard di PowerPoint</vt:lpstr>
      <vt:lpstr>Paziente</vt:lpstr>
      <vt:lpstr>Presentazione standard di PowerPoint</vt:lpstr>
      <vt:lpstr>Presentazione standard di PowerPoint</vt:lpstr>
      <vt:lpstr>Medico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Questionari</vt:lpstr>
      <vt:lpstr>Misurare l'usabilità con i professionisti</vt:lpstr>
      <vt:lpstr>Valutazione Impatto Clinico e Affidabilità IA</vt:lpstr>
      <vt:lpstr>Conclusioni</vt:lpstr>
      <vt:lpstr>Il futuro di SoulDiaryConnect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MARICA D'ALFONSO</cp:lastModifiedBy>
  <cp:revision>1</cp:revision>
  <dcterms:modified xsi:type="dcterms:W3CDTF">2026-03-27T09:02:07Z</dcterms:modified>
</cp:coreProperties>
</file>